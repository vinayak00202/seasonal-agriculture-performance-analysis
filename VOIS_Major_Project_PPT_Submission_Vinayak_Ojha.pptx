
<file path=[Content_Types].xml><?xml version="1.0" encoding="utf-8"?>
<Types xmlns="http://schemas.openxmlformats.org/package/2006/content-types">
  <Default Extension="rels" ContentType="application/vnd.openxmlformats-package.relationships+xml"/>
  <Default Extension="xml" ContentType="application/xml"/>
  <Default Extension="jfif" ContentType="image/jfif"/>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3" r:id="rId1"/>
  </p:sldMasterIdLst>
  <p:notesMasterIdLst>
    <p:notesMasterId r:id="rId2"/>
  </p:notesMasterIdLst>
  <p:handoutMasterIdLst>
    <p:handoutMasterId r:id="rId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7082" autoAdjust="0"/>
    <p:restoredTop sz="99500" autoAdjust="0"/>
  </p:normalViewPr>
  <p:slideViewPr>
    <p:cSldViewPr snapToGrid="0">
      <p:cViewPr varScale="1">
        <p:scale>
          <a:sx n="98" d="100"/>
          <a:sy n="98" d="100"/>
        </p:scale>
        <p:origin x="0" y="0"/>
      </p:cViewPr>
      <p:guideLst>
        <p:guide orient="horz" pos="1968"/>
        <p:guide orient="horz" pos="3912"/>
        <p:guide orient="horz" pos="1656"/>
        <p:guide pos="408"/>
        <p:guide pos="7272"/>
      </p:guideLst>
    </p:cSldViewPr>
  </p:slideViewPr>
  <p:outlineViewPr>
    <p:cViewPr>
      <p:scale>
        <a:sx n="33" d="100"/>
        <a:sy n="33" d="100"/>
      </p:scale>
      <p:origin x="0" y="0"/>
    </p:cViewPr>
    <p:sldLst/>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60" d="100"/>
          <a:sy n="60"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heme" Target="theme/theme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28"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9/8/2026</a:t>
            </a:fld>
            <a:endParaRPr lang="zh-CN" altLang="en-US" sz="1200">
              <a:latin typeface="Calibri" pitchFamily="0" charset="0"/>
              <a:ea typeface="等线" pitchFamily="0" charset="0"/>
              <a:cs typeface="Calibri" pitchFamily="0" charset="0"/>
            </a:endParaRPr>
          </a:p>
        </p:txBody>
      </p:sp>
      <p:sp>
        <p:nvSpPr>
          <p:cNvPr id="29" name="Text box"/>
          <p:cNvSpPr>
            <a:spLocks noGrp="1"/>
          </p:cNvSpPr>
          <p:nvPr>
            <p:ph type="ftr" idx="2"/>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30" name="Text box"/>
          <p:cNvSpPr>
            <a:spLocks noGrp="1"/>
          </p:cNvSpPr>
          <p:nvPr>
            <p:ph type="sldNum" idx="3"/>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31092571"/>
      </p:ext>
    </p:extLst>
  </p:cSld>
  <p:clrMap bg1="lt1" tx1="dk1" bg2="lt2" tx2="dk2" accent1="accent1" accent2="accent2" accent3="accent3" accent4="accent4" accent5="accent5" accent6="accent6" hlink="hlink" folHlink="folHlink"/>
  <p:hf sldNum="0" hdr="1" ftr="1" dt="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22"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23"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9/8/2026</a:t>
            </a:fld>
            <a:endParaRPr lang="zh-CN" altLang="en-US" sz="1200">
              <a:latin typeface="Calibri" pitchFamily="0" charset="0"/>
              <a:ea typeface="等线" pitchFamily="0" charset="0"/>
              <a:cs typeface="Calibri" pitchFamily="0" charset="0"/>
            </a:endParaRPr>
          </a:p>
        </p:txBody>
      </p:sp>
      <p:sp>
        <p:nvSpPr>
          <p:cNvPr id="24"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25"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6"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2081937750"/>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56"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57" name="Object"/>
          <p:cNvSpPr>
            <a:spLocks noGrp="1"/>
          </p:cNvSpPr>
          <p:nvPr>
            <p:ph type="sldImg"/>
          </p:nvPr>
        </p:nvSpPr>
        <p:spPr>
          <a:xfrm rot="0">
            <a:off x="685800" y="1143000"/>
            <a:ext cx="5486400" cy="3086100"/>
          </a:xfrm>
          <a:prstGeom prst="rect"/>
          <a:noFill/>
          <a:ln w="12700" cmpd="sng" cap="flat">
            <a:noFill/>
            <a:prstDash val="solid"/>
            <a:miter/>
          </a:ln>
        </p:spPr>
      </p:sp>
      <p:sp>
        <p:nvSpPr>
          <p:cNvPr id="5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17799901"/>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84"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85" name="Object"/>
          <p:cNvSpPr>
            <a:spLocks noGrp="1"/>
          </p:cNvSpPr>
          <p:nvPr>
            <p:ph type="sldImg"/>
          </p:nvPr>
        </p:nvSpPr>
        <p:spPr>
          <a:xfrm rot="0">
            <a:off x="685800" y="1143000"/>
            <a:ext cx="5486400" cy="3086100"/>
          </a:xfrm>
          <a:prstGeom prst="rect"/>
          <a:noFill/>
          <a:ln w="12700" cmpd="sng" cap="flat">
            <a:noFill/>
            <a:prstDash val="solid"/>
            <a:miter/>
          </a:ln>
        </p:spPr>
      </p:sp>
      <p:sp>
        <p:nvSpPr>
          <p:cNvPr id="86"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87"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77102453"/>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9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93" name="Object"/>
          <p:cNvSpPr>
            <a:spLocks noGrp="1"/>
          </p:cNvSpPr>
          <p:nvPr>
            <p:ph type="sldImg"/>
          </p:nvPr>
        </p:nvSpPr>
        <p:spPr>
          <a:xfrm rot="0">
            <a:off x="685800" y="1143000"/>
            <a:ext cx="5486400" cy="3086100"/>
          </a:xfrm>
          <a:prstGeom prst="rect"/>
          <a:noFill/>
          <a:ln w="12700" cmpd="sng" cap="flat">
            <a:noFill/>
            <a:prstDash val="solid"/>
            <a:miter/>
          </a:ln>
        </p:spPr>
      </p:sp>
      <p:sp>
        <p:nvSpPr>
          <p:cNvPr id="9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95"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2131805277"/>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9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100" name="Object"/>
          <p:cNvSpPr>
            <a:spLocks noGrp="1"/>
          </p:cNvSpPr>
          <p:nvPr>
            <p:ph type="sldImg"/>
          </p:nvPr>
        </p:nvSpPr>
        <p:spPr>
          <a:xfrm rot="0">
            <a:off x="685800" y="1143000"/>
            <a:ext cx="5486400" cy="3086100"/>
          </a:xfrm>
          <a:prstGeom prst="rect"/>
          <a:noFill/>
          <a:ln w="12700" cmpd="sng" cap="flat">
            <a:noFill/>
            <a:prstDash val="solid"/>
            <a:miter/>
          </a:ln>
        </p:spPr>
      </p:sp>
      <p:sp>
        <p:nvSpPr>
          <p:cNvPr id="10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0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89087596"/>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27"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28"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29"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3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1"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5</a:t>
            </a:fld>
            <a:endParaRPr lang="zh-CN" altLang="en-US"/>
          </a:p>
        </p:txBody>
      </p:sp>
    </p:spTree>
    <p:extLst>
      <p:ext uri="{BB962C8B-B14F-4D97-AF65-F5344CB8AC3E}">
        <p14:creationId xmlns:p14="http://schemas.microsoft.com/office/powerpoint/2010/main" val="934462351"/>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37"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38" name="Object"/>
          <p:cNvSpPr>
            <a:spLocks noGrp="1"/>
          </p:cNvSpPr>
          <p:nvPr>
            <p:ph type="sldImg"/>
          </p:nvPr>
        </p:nvSpPr>
        <p:spPr>
          <a:xfrm rot="0">
            <a:off x="685800" y="1143000"/>
            <a:ext cx="5486400" cy="3086100"/>
          </a:xfrm>
          <a:prstGeom prst="rect"/>
          <a:noFill/>
          <a:ln w="12700" cmpd="sng" cap="flat">
            <a:noFill/>
            <a:prstDash val="solid"/>
            <a:miter/>
          </a:ln>
        </p:spPr>
      </p:sp>
      <p:sp>
        <p:nvSpPr>
          <p:cNvPr id="139"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40"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91358846"/>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48"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49" name="Object"/>
          <p:cNvSpPr>
            <a:spLocks noGrp="1"/>
          </p:cNvSpPr>
          <p:nvPr>
            <p:ph type="sldImg"/>
          </p:nvPr>
        </p:nvSpPr>
        <p:spPr>
          <a:xfrm rot="0">
            <a:off x="685800" y="1143000"/>
            <a:ext cx="5486400" cy="3086100"/>
          </a:xfrm>
          <a:prstGeom prst="rect"/>
          <a:noFill/>
          <a:ln w="12700" cmpd="sng" cap="flat">
            <a:noFill/>
            <a:prstDash val="solid"/>
            <a:miter/>
          </a:ln>
        </p:spPr>
      </p:sp>
      <p:sp>
        <p:nvSpPr>
          <p:cNvPr id="15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51"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10810863"/>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15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160" name="Object"/>
          <p:cNvSpPr>
            <a:spLocks noGrp="1"/>
          </p:cNvSpPr>
          <p:nvPr>
            <p:ph type="sldImg"/>
          </p:nvPr>
        </p:nvSpPr>
        <p:spPr>
          <a:xfrm rot="0">
            <a:off x="685800" y="1143000"/>
            <a:ext cx="5486400" cy="3086100"/>
          </a:xfrm>
          <a:prstGeom prst="rect"/>
          <a:noFill/>
          <a:ln w="12700" cmpd="sng" cap="flat">
            <a:noFill/>
            <a:prstDash val="solid"/>
            <a:miter/>
          </a:ln>
        </p:spPr>
      </p:sp>
      <p:sp>
        <p:nvSpPr>
          <p:cNvPr id="16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6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7994850"/>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170"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171" name="Object"/>
          <p:cNvSpPr>
            <a:spLocks noGrp="1"/>
          </p:cNvSpPr>
          <p:nvPr>
            <p:ph type="sldImg"/>
          </p:nvPr>
        </p:nvSpPr>
        <p:spPr>
          <a:xfrm rot="0">
            <a:off x="685800" y="1143000"/>
            <a:ext cx="5486400" cy="3086100"/>
          </a:xfrm>
          <a:prstGeom prst="rect"/>
          <a:noFill/>
          <a:ln w="12700" cmpd="sng" cap="flat">
            <a:noFill/>
            <a:prstDash val="solid"/>
            <a:miter/>
          </a:ln>
        </p:spPr>
      </p:sp>
      <p:sp>
        <p:nvSpPr>
          <p:cNvPr id="172"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73"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94704205"/>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181"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182" name="Object"/>
          <p:cNvSpPr>
            <a:spLocks noGrp="1"/>
          </p:cNvSpPr>
          <p:nvPr>
            <p:ph type="sldImg"/>
          </p:nvPr>
        </p:nvSpPr>
        <p:spPr>
          <a:xfrm rot="0">
            <a:off x="685800" y="1143000"/>
            <a:ext cx="5486400" cy="3086100"/>
          </a:xfrm>
          <a:prstGeom prst="rect"/>
          <a:noFill/>
          <a:ln w="12700" cmpd="sng" cap="flat">
            <a:noFill/>
            <a:prstDash val="solid"/>
            <a:miter/>
          </a:ln>
        </p:spPr>
      </p:sp>
      <p:sp>
        <p:nvSpPr>
          <p:cNvPr id="183"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84"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17140208"/>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
        <p:nvSpPr>
          <p:cNvPr id="18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
        <p:nvSpPr>
          <p:cNvPr id="190" name="Object"/>
          <p:cNvSpPr>
            <a:spLocks noGrp="1"/>
          </p:cNvSpPr>
          <p:nvPr>
            <p:ph type="sldImg"/>
          </p:nvPr>
        </p:nvSpPr>
        <p:spPr>
          <a:xfrm rot="0">
            <a:off x="685800" y="1143000"/>
            <a:ext cx="5486400" cy="3086100"/>
          </a:xfrm>
          <a:prstGeom prst="rect"/>
          <a:noFill/>
          <a:ln w="12700" cmpd="sng" cap="flat">
            <a:noFill/>
            <a:prstDash val="solid"/>
            <a:miter/>
          </a:ln>
        </p:spPr>
      </p:sp>
      <p:sp>
        <p:nvSpPr>
          <p:cNvPr id="19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9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13466900"/>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
        <p:nvSpPr>
          <p:cNvPr id="198"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
        <p:nvSpPr>
          <p:cNvPr id="199" name="Object"/>
          <p:cNvSpPr>
            <a:spLocks noGrp="1"/>
          </p:cNvSpPr>
          <p:nvPr>
            <p:ph type="sldImg"/>
          </p:nvPr>
        </p:nvSpPr>
        <p:spPr>
          <a:xfrm rot="0">
            <a:off x="685800" y="1143000"/>
            <a:ext cx="5486400" cy="3086100"/>
          </a:xfrm>
          <a:prstGeom prst="rect"/>
          <a:noFill/>
          <a:ln w="12700" cmpd="sng" cap="flat">
            <a:noFill/>
            <a:prstDash val="solid"/>
            <a:miter/>
          </a:ln>
        </p:spPr>
      </p:sp>
      <p:sp>
        <p:nvSpPr>
          <p:cNvPr id="20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01"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79765786"/>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13</a:t>
            </a:fld>
            <a:endParaRPr lang="zh-CN" altLang="en-US" sz="1200">
              <a:latin typeface="Calibri" pitchFamily="0" charset="0"/>
              <a:ea typeface="等线" pitchFamily="0" charset="0"/>
              <a:cs typeface="Calibri" pitchFamily="0" charset="0"/>
            </a:endParaRPr>
          </a:p>
        </p:txBody>
      </p:sp>
      <p:sp>
        <p:nvSpPr>
          <p:cNvPr id="206"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13</a:t>
            </a:fld>
            <a:endParaRPr lang="zh-CN" altLang="en-US" sz="1200">
              <a:latin typeface="Calibri" pitchFamily="0" charset="0"/>
              <a:ea typeface="等线" pitchFamily="0" charset="0"/>
              <a:cs typeface="Calibri" pitchFamily="0" charset="0"/>
            </a:endParaRPr>
          </a:p>
        </p:txBody>
      </p:sp>
      <p:sp>
        <p:nvSpPr>
          <p:cNvPr id="207" name="Object"/>
          <p:cNvSpPr>
            <a:spLocks noGrp="1"/>
          </p:cNvSpPr>
          <p:nvPr>
            <p:ph type="sldImg"/>
          </p:nvPr>
        </p:nvSpPr>
        <p:spPr>
          <a:xfrm rot="0">
            <a:off x="685800" y="1143000"/>
            <a:ext cx="5486400" cy="3086100"/>
          </a:xfrm>
          <a:prstGeom prst="rect"/>
          <a:noFill/>
          <a:ln w="12700" cmpd="sng" cap="flat">
            <a:noFill/>
            <a:prstDash val="solid"/>
            <a:miter/>
          </a:ln>
        </p:spPr>
      </p:sp>
      <p:sp>
        <p:nvSpPr>
          <p:cNvPr id="20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0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13</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994606879"/>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14</a:t>
            </a:fld>
            <a:endParaRPr lang="zh-CN" altLang="en-US" sz="1200">
              <a:latin typeface="Calibri" pitchFamily="0" charset="0"/>
              <a:ea typeface="等线" pitchFamily="0" charset="0"/>
              <a:cs typeface="Calibri" pitchFamily="0" charset="0"/>
            </a:endParaRPr>
          </a:p>
        </p:txBody>
      </p:sp>
      <p:sp>
        <p:nvSpPr>
          <p:cNvPr id="25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14</a:t>
            </a:fld>
            <a:endParaRPr lang="zh-CN" altLang="en-US" sz="1200">
              <a:latin typeface="Calibri" pitchFamily="0" charset="0"/>
              <a:ea typeface="等线" pitchFamily="0" charset="0"/>
              <a:cs typeface="Calibri" pitchFamily="0" charset="0"/>
            </a:endParaRPr>
          </a:p>
        </p:txBody>
      </p:sp>
      <p:sp>
        <p:nvSpPr>
          <p:cNvPr id="253" name="Object"/>
          <p:cNvSpPr>
            <a:spLocks noGrp="1"/>
          </p:cNvSpPr>
          <p:nvPr>
            <p:ph type="sldImg"/>
          </p:nvPr>
        </p:nvSpPr>
        <p:spPr>
          <a:xfrm rot="0">
            <a:off x="685800" y="1143000"/>
            <a:ext cx="5486400" cy="3086100"/>
          </a:xfrm>
          <a:prstGeom prst="rect"/>
          <a:noFill/>
          <a:ln w="12700" cmpd="sng" cap="flat">
            <a:noFill/>
            <a:prstDash val="solid"/>
            <a:miter/>
          </a:ln>
        </p:spPr>
      </p:sp>
      <p:sp>
        <p:nvSpPr>
          <p:cNvPr id="25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55"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14</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873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17655556"/>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65552475"/>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13687723"/>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72074743"/>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14927456"/>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74420981"/>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59306544"/>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8559360"/>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934168749"/>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82380163"/>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29171549"/>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41" name="Combination"/>
          <p:cNvGrpSpPr>
            <a:grpSpLocks/>
          </p:cNvGrpSpPr>
          <p:nvPr/>
        </p:nvGrpSpPr>
        <p:grpSpPr>
          <a:xfrm>
            <a:off x="0" y="-8467"/>
            <a:ext cx="12192000" cy="6866467"/>
            <a:chOff x="0" y="-8467"/>
            <a:chExt cx="12192000" cy="6866467"/>
          </a:xfrm>
        </p:grpSpPr>
        <p:sp>
          <p:nvSpPr>
            <p:cNvPr id="31" name="Straight line"/>
            <p:cNvSpPr>
              <a:spLocks/>
            </p:cNvSpPr>
            <p:nvPr/>
          </p:nvSpPr>
          <p:spPr>
            <a:xfrm rot="0">
              <a:off x="9371012" y="0"/>
              <a:ext cx="1219200" cy="6858000"/>
            </a:xfrm>
            <a:prstGeom prst="line"/>
            <a:noFill/>
            <a:ln w="9525" cmpd="sng" cap="flat">
              <a:solidFill>
                <a:srgbClr val="5FCBEF">
                  <a:alpha val="70000"/>
                </a:srgbClr>
              </a:solidFill>
              <a:prstDash val="solid"/>
              <a:round/>
            </a:ln>
          </p:spPr>
        </p:sp>
        <p:sp>
          <p:nvSpPr>
            <p:cNvPr id="32" name="Straight line"/>
            <p:cNvSpPr>
              <a:spLocks/>
            </p:cNvSpPr>
            <p:nvPr/>
          </p:nvSpPr>
          <p:spPr>
            <a:xfrm flipH="1" rot="0">
              <a:off x="7425267" y="3681413"/>
              <a:ext cx="4763559" cy="3176587"/>
            </a:xfrm>
            <a:prstGeom prst="line"/>
            <a:noFill/>
            <a:ln w="9525" cmpd="sng" cap="flat">
              <a:solidFill>
                <a:srgbClr val="5FCBEF">
                  <a:alpha val="70000"/>
                </a:srgbClr>
              </a:solidFill>
              <a:prstDash val="solid"/>
              <a:round/>
            </a:ln>
          </p:spPr>
        </p:sp>
        <p:sp>
          <p:nvSpPr>
            <p:cNvPr id="33" name="曲线"/>
            <p:cNvSpPr>
              <a:spLocks/>
            </p:cNvSpPr>
            <p:nvPr/>
          </p:nvSpPr>
          <p:spPr>
            <a:xfrm rot="0">
              <a:off x="9181476" y="-8467"/>
              <a:ext cx="3007349" cy="6866467"/>
            </a:xfrm>
            <a:custGeom>
              <a:gdLst>
                <a:gd name="T1" fmla="*/ 0 w 21600"/>
                <a:gd name="T2" fmla="*/ 0 h 21600"/>
                <a:gd name="T3" fmla="*/ 21600 w 21600"/>
                <a:gd name="T4" fmla="*/ 21600 h 21600"/>
              </a:gdLst>
              <a:rect l="T1" t="T2" r="T3" b="T4"/>
              <a:pathLst>
                <a:path w="21600" h="21600">
                  <a:moveTo>
                    <a:pt x="14691" y="0"/>
                  </a:moveTo>
                  <a:lnTo>
                    <a:pt x="21600" y="0"/>
                  </a:lnTo>
                  <a:lnTo>
                    <a:pt x="21600" y="21599"/>
                  </a:lnTo>
                  <a:lnTo>
                    <a:pt x="0" y="21599"/>
                  </a:lnTo>
                  <a:lnTo>
                    <a:pt x="14691" y="0"/>
                  </a:lnTo>
                  <a:close/>
                </a:path>
              </a:pathLst>
            </a:custGeom>
            <a:solidFill>
              <a:srgbClr val="5FCBEF">
                <a:alpha val="36000"/>
              </a:srgbClr>
            </a:solidFill>
            <a:ln w="12700" cmpd="sng" cap="flat">
              <a:noFill/>
              <a:prstDash val="solid"/>
              <a:round/>
            </a:ln>
          </p:spPr>
        </p:sp>
        <p:sp>
          <p:nvSpPr>
            <p:cNvPr id="34" name="曲线"/>
            <p:cNvSpPr>
              <a:spLocks/>
            </p:cNvSpPr>
            <p:nvPr/>
          </p:nvSpPr>
          <p:spPr>
            <a:xfrm rot="0">
              <a:off x="9603442" y="-8467"/>
              <a:ext cx="2588558"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0092" y="21599"/>
                  </a:lnTo>
                  <a:lnTo>
                    <a:pt x="0" y="0"/>
                  </a:lnTo>
                  <a:close/>
                </a:path>
              </a:pathLst>
            </a:custGeom>
            <a:solidFill>
              <a:srgbClr val="5FCBEF">
                <a:alpha val="20000"/>
              </a:srgbClr>
            </a:solidFill>
            <a:ln w="12700" cmpd="sng" cap="flat">
              <a:noFill/>
              <a:prstDash val="solid"/>
              <a:round/>
            </a:ln>
          </p:spPr>
        </p:sp>
        <p:sp>
          <p:nvSpPr>
            <p:cNvPr id="35" name="Isosceles triangle"/>
            <p:cNvSpPr>
              <a:spLocks/>
            </p:cNvSpPr>
            <p:nvPr/>
          </p:nvSpPr>
          <p:spPr>
            <a:xfrm rot="0">
              <a:off x="8932333" y="3048000"/>
              <a:ext cx="3259667" cy="3810000"/>
            </a:xfrm>
            <a:prstGeom prst="triangle">
              <a:avLst>
                <a:gd name="adj" fmla="val 100000"/>
              </a:avLst>
            </a:prstGeom>
            <a:solidFill>
              <a:srgbClr val="17B0E4">
                <a:alpha val="66000"/>
              </a:srgbClr>
            </a:solidFill>
            <a:ln w="12700" cmpd="sng" cap="flat">
              <a:noFill/>
              <a:prstDash val="solid"/>
              <a:round/>
            </a:ln>
          </p:spPr>
        </p:sp>
        <p:sp>
          <p:nvSpPr>
            <p:cNvPr id="36" name="曲线"/>
            <p:cNvSpPr>
              <a:spLocks/>
            </p:cNvSpPr>
            <p:nvPr/>
          </p:nvSpPr>
          <p:spPr>
            <a:xfrm rot="0">
              <a:off x="9334500" y="-8467"/>
              <a:ext cx="2854323"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8696" y="21599"/>
                  </a:lnTo>
                  <a:lnTo>
                    <a:pt x="0" y="0"/>
                  </a:lnTo>
                  <a:close/>
                </a:path>
              </a:pathLst>
            </a:custGeom>
            <a:solidFill>
              <a:srgbClr val="17B0E4">
                <a:alpha val="50000"/>
              </a:srgbClr>
            </a:solidFill>
            <a:ln w="12700" cmpd="sng" cap="flat">
              <a:noFill/>
              <a:prstDash val="solid"/>
              <a:round/>
            </a:ln>
          </p:spPr>
        </p:sp>
        <p:sp>
          <p:nvSpPr>
            <p:cNvPr id="37" name="曲线"/>
            <p:cNvSpPr>
              <a:spLocks/>
            </p:cNvSpPr>
            <p:nvPr/>
          </p:nvSpPr>
          <p:spPr>
            <a:xfrm rot="0">
              <a:off x="10898729" y="-8467"/>
              <a:ext cx="1290094" cy="6866467"/>
            </a:xfrm>
            <a:custGeom>
              <a:gdLst>
                <a:gd name="T1" fmla="*/ 0 w 21600"/>
                <a:gd name="T2" fmla="*/ 0 h 21600"/>
                <a:gd name="T3" fmla="*/ 21600 w 21600"/>
                <a:gd name="T4" fmla="*/ 21600 h 21600"/>
              </a:gdLst>
              <a:rect l="T1" t="T2" r="T3" b="T4"/>
              <a:pathLst>
                <a:path w="21600" h="21600">
                  <a:moveTo>
                    <a:pt x="17073" y="0"/>
                  </a:moveTo>
                  <a:lnTo>
                    <a:pt x="21600" y="0"/>
                  </a:lnTo>
                  <a:lnTo>
                    <a:pt x="21600" y="21599"/>
                  </a:lnTo>
                  <a:lnTo>
                    <a:pt x="0" y="21599"/>
                  </a:lnTo>
                  <a:lnTo>
                    <a:pt x="17073" y="0"/>
                  </a:lnTo>
                  <a:close/>
                </a:path>
              </a:pathLst>
            </a:custGeom>
            <a:solidFill>
              <a:srgbClr val="2E83C3">
                <a:alpha val="70000"/>
              </a:srgbClr>
            </a:solidFill>
            <a:ln w="12700" cmpd="sng" cap="flat">
              <a:noFill/>
              <a:prstDash val="solid"/>
              <a:round/>
            </a:ln>
          </p:spPr>
        </p:sp>
        <p:sp>
          <p:nvSpPr>
            <p:cNvPr id="38" name="曲线"/>
            <p:cNvSpPr>
              <a:spLocks/>
            </p:cNvSpPr>
            <p:nvPr/>
          </p:nvSpPr>
          <p:spPr>
            <a:xfrm rot="0">
              <a:off x="10939000" y="-8467"/>
              <a:ext cx="1249824"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9171" y="21599"/>
                  </a:lnTo>
                  <a:lnTo>
                    <a:pt x="0" y="0"/>
                  </a:lnTo>
                  <a:close/>
                </a:path>
              </a:pathLst>
            </a:custGeom>
            <a:solidFill>
              <a:srgbClr val="226292">
                <a:alpha val="80000"/>
              </a:srgbClr>
            </a:solidFill>
            <a:ln w="12700" cmpd="sng" cap="flat">
              <a:noFill/>
              <a:prstDash val="solid"/>
              <a:round/>
            </a:ln>
          </p:spPr>
        </p:sp>
        <p:sp>
          <p:nvSpPr>
            <p:cNvPr id="39" name="Isosceles triangle"/>
            <p:cNvSpPr>
              <a:spLocks/>
            </p:cNvSpPr>
            <p:nvPr/>
          </p:nvSpPr>
          <p:spPr>
            <a:xfrm rot="0">
              <a:off x="10371666" y="3589866"/>
              <a:ext cx="1817159" cy="3268133"/>
            </a:xfrm>
            <a:prstGeom prst="triangle">
              <a:avLst>
                <a:gd name="adj" fmla="val 100000"/>
              </a:avLst>
            </a:prstGeom>
            <a:solidFill>
              <a:srgbClr val="17B0E4">
                <a:alpha val="66000"/>
              </a:srgbClr>
            </a:solidFill>
            <a:ln w="12700" cmpd="sng" cap="flat">
              <a:noFill/>
              <a:prstDash val="solid"/>
              <a:round/>
            </a:ln>
          </p:spPr>
        </p:sp>
        <p:sp>
          <p:nvSpPr>
            <p:cNvPr id="40" name="Isosceles triangle"/>
            <p:cNvSpPr>
              <a:spLocks/>
            </p:cNvSpPr>
            <p:nvPr/>
          </p:nvSpPr>
          <p:spPr>
            <a:xfrm rot="0">
              <a:off x="0" y="4013200"/>
              <a:ext cx="448732" cy="2844800"/>
            </a:xfrm>
            <a:prstGeom prst="triangle">
              <a:avLst>
                <a:gd name="adj" fmla="val 0"/>
              </a:avLst>
            </a:prstGeom>
            <a:solidFill>
              <a:srgbClr val="5FCBEF">
                <a:alpha val="70000"/>
              </a:srgbClr>
            </a:solidFill>
            <a:ln w="12700" cmpd="sng" cap="flat">
              <a:noFill/>
              <a:prstDash val="solid"/>
              <a:round/>
            </a:ln>
          </p:spPr>
        </p:sp>
      </p:grpSp>
      <p:sp>
        <p:nvSpPr>
          <p:cNvPr id="42" name="Rectangle"/>
          <p:cNvSpPr>
            <a:spLocks/>
          </p:cNvSpPr>
          <p:nvPr/>
        </p:nvSpPr>
        <p:spPr>
          <a:xfrm rot="0">
            <a:off x="660396"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{DATE \@ M/d/yyyy|</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9/8/2026</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a:t>
            </a:r>
            <a:endParaRPr lang="zh-CN" altLang="en-US" sz="1100" b="0"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43" name="Rectangle"/>
          <p:cNvSpPr>
            <a:spLocks/>
          </p:cNvSpPr>
          <p:nvPr/>
        </p:nvSpPr>
        <p:spPr>
          <a:xfrm rot="0">
            <a:off x="1445526" y="6378906"/>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chemeClr val="accent2"/>
                </a:solidFill>
                <a:latin typeface="Trebuchet MS" pitchFamily="0" charset="0"/>
                <a:ea typeface="华文新魏" pitchFamily="0" charset="0"/>
                <a:cs typeface="Trebuchet MS" pitchFamily="0" charset="0"/>
              </a:rPr>
              <a:t>Annual Review</a:t>
            </a:r>
            <a:endParaRPr lang="zh-CN" altLang="en-US" sz="1100" b="1"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44" name="Rectangle"/>
          <p:cNvSpPr>
            <a:spLocks/>
          </p:cNvSpPr>
          <p:nvPr/>
        </p:nvSpPr>
        <p:spPr>
          <a:xfrm rot="0">
            <a:off x="8805338"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latinLnBrk="0" hangingPunct="1">
              <a:lnSpc>
                <a:spcPct val="100000"/>
              </a:lnSpc>
              <a:spcBef>
                <a:spcPts val="0"/>
              </a:spcBef>
              <a:spcAft>
                <a:spcPts val="0"/>
              </a:spcAft>
              <a:buNone/>
            </a:pPr>
            <a:fld id="{CAD2D6BD-DE1B-4B5F-8B41-2702339687B9}" type="slidenum">
              <a:rPr lang="en-US" altLang="zh-CN" sz="1100" b="0" i="0" u="none" strike="noStrike" kern="1200" cap="none" spc="0" baseline="0">
                <a:solidFill>
                  <a:schemeClr val="accent4"/>
                </a:solidFill>
                <a:latin typeface="Trebuchet MS" pitchFamily="0" charset="0"/>
                <a:ea typeface="华文新魏" pitchFamily="0" charset="0"/>
                <a:cs typeface="Trebuchet MS" pitchFamily="0" charset="0"/>
              </a:rPr>
              <a:t>&lt;#&gt;</a:t>
            </a:fld>
            <a:endParaRPr lang="zh-CN" altLang="en-US" sz="1100" b="0" i="0" u="none" strike="noStrike" kern="1200" cap="none" spc="0" baseline="0">
              <a:solidFill>
                <a:schemeClr val="accent4"/>
              </a:solidFill>
              <a:latin typeface="Trebuchet MS" pitchFamily="0" charset="0"/>
              <a:ea typeface="华文新魏" pitchFamily="0" charset="0"/>
              <a:cs typeface="Trebuchet MS" pitchFamily="0" charset="0"/>
            </a:endParaRPr>
          </a:p>
        </p:txBody>
      </p:sp>
      <p:sp>
        <p:nvSpPr>
          <p:cNvPr id="45" name="Text box"/>
          <p:cNvSpPr>
            <a:spLocks noGrp="1"/>
          </p:cNvSpPr>
          <p:nvPr>
            <p:ph type="body" idx="11"/>
          </p:nvPr>
        </p:nvSpPr>
        <p:spPr>
          <a:xfrm rot="0">
            <a:off x="6312871" y="4141999"/>
            <a:ext cx="4220845" cy="861496"/>
          </a:xfrm>
          <a:prstGeom prst="rect"/>
          <a:noFill/>
          <a:ln w="12700" cmpd="sng" cap="flat">
            <a:noFill/>
            <a:prstDash val="solid"/>
            <a:miter/>
          </a:ln>
        </p:spPr>
        <p:txBody>
          <a:bodyPr vert="horz" wrap="square" lIns="91440" tIns="45720" rIns="91440" bIns="45720" anchor="t" anchorCtr="0">
            <a:prstTxWarp prst="textNoShape"/>
          </a:bodyPr>
          <a:lstStyle/>
          <a:p>
            <a:pPr marL="0" indent="0">
              <a:buNone/>
            </a:pPr>
            <a:r>
              <a:rPr lang="en-US" altLang="zh-CN" sz="2000" b="1">
                <a:solidFill>
                  <a:schemeClr val="accent4"/>
                </a:solidFill>
                <a:latin typeface="Trebuchet MS" pitchFamily="0" charset="0"/>
              </a:rPr>
              <a:t>Click to edit Master text styles</a:t>
            </a:r>
            <a:endParaRPr lang="en-US" altLang="zh-CN" sz="2000" b="1">
              <a:solidFill>
                <a:schemeClr val="accent4"/>
              </a:solidFill>
              <a:latin typeface="Trebuchet MS" pitchFamily="0" charset="0"/>
            </a:endParaRPr>
          </a:p>
          <a:p>
            <a:pPr lvl="1">
              <a:buNone/>
            </a:pPr>
            <a:r>
              <a:rPr lang="en-US" altLang="zh-CN" sz="2000"/>
              <a:t>Second level</a:t>
            </a:r>
            <a:endParaRPr lang="zh-CN" altLang="en-US" sz="2000"/>
          </a:p>
        </p:txBody>
      </p:sp>
      <p:sp>
        <p:nvSpPr>
          <p:cNvPr id="46" name="六边形"/>
          <p:cNvSpPr>
            <a:spLocks/>
          </p:cNvSpPr>
          <p:nvPr/>
        </p:nvSpPr>
        <p:spPr>
          <a:xfrm rot="0">
            <a:off x="740309" y="1382808"/>
            <a:ext cx="1229566" cy="1059971"/>
          </a:xfrm>
          <a:prstGeom prst="hexagon">
            <a:avLst>
              <a:gd name="adj" fmla="val 28989"/>
              <a:gd name="vf" fmla="val 115470"/>
            </a:avLst>
          </a:prstGeom>
          <a:solidFill>
            <a:schemeClr val="accent1"/>
          </a:solidFill>
          <a:ln w="19050" cmpd="sng" cap="flat">
            <a:noFill/>
            <a:prstDash val="solid"/>
            <a:round/>
          </a:ln>
        </p:spPr>
      </p:sp>
      <p:sp>
        <p:nvSpPr>
          <p:cNvPr id="47" name="六边形"/>
          <p:cNvSpPr>
            <a:spLocks/>
          </p:cNvSpPr>
          <p:nvPr/>
        </p:nvSpPr>
        <p:spPr>
          <a:xfrm rot="0">
            <a:off x="3755030" y="1194620"/>
            <a:ext cx="1666162" cy="1436346"/>
          </a:xfrm>
          <a:prstGeom prst="hexagon">
            <a:avLst>
              <a:gd name="adj" fmla="val 29000"/>
              <a:gd name="vf" fmla="val 115470"/>
            </a:avLst>
          </a:prstGeom>
          <a:solidFill>
            <a:schemeClr val="accent3"/>
          </a:solidFill>
          <a:ln w="19050" cmpd="sng" cap="flat">
            <a:noFill/>
            <a:prstDash val="solid"/>
            <a:round/>
          </a:ln>
        </p:spPr>
      </p:sp>
      <p:sp>
        <p:nvSpPr>
          <p:cNvPr id="48" name="六边形"/>
          <p:cNvSpPr>
            <a:spLocks/>
          </p:cNvSpPr>
          <p:nvPr/>
        </p:nvSpPr>
        <p:spPr>
          <a:xfrm rot="0">
            <a:off x="3804994" y="5233183"/>
            <a:ext cx="718260" cy="619191"/>
          </a:xfrm>
          <a:prstGeom prst="hexagon">
            <a:avLst>
              <a:gd name="adj" fmla="val 28989"/>
              <a:gd name="vf" fmla="val 115470"/>
            </a:avLst>
          </a:prstGeom>
          <a:solidFill>
            <a:schemeClr val="accent5"/>
          </a:solidFill>
          <a:ln w="19050" cmpd="sng" cap="flat">
            <a:noFill/>
            <a:prstDash val="solid"/>
            <a:round/>
          </a:ln>
        </p:spPr>
      </p:sp>
      <p:sp>
        <p:nvSpPr>
          <p:cNvPr id="49" name="六边形"/>
          <p:cNvSpPr>
            <a:spLocks/>
          </p:cNvSpPr>
          <p:nvPr/>
        </p:nvSpPr>
        <p:spPr>
          <a:xfrm rot="0">
            <a:off x="1837838" y="1101306"/>
            <a:ext cx="651613" cy="561736"/>
          </a:xfrm>
          <a:prstGeom prst="hexagon">
            <a:avLst>
              <a:gd name="adj" fmla="val 28989"/>
              <a:gd name="vf" fmla="val 115470"/>
            </a:avLst>
          </a:prstGeom>
          <a:solidFill>
            <a:schemeClr val="accent4"/>
          </a:solidFill>
          <a:ln w="19050" cmpd="sng" cap="flat">
            <a:noFill/>
            <a:prstDash val="solid"/>
            <a:round/>
          </a:ln>
        </p:spPr>
      </p:sp>
      <p:sp>
        <p:nvSpPr>
          <p:cNvPr id="50" name="曲线"/>
          <p:cNvSpPr>
            <a:spLocks/>
          </p:cNvSpPr>
          <p:nvPr/>
        </p:nvSpPr>
        <p:spPr>
          <a:xfrm rot="0">
            <a:off x="1571515" y="1914044"/>
            <a:ext cx="3993624" cy="3617845"/>
          </a:xfrm>
          <a:custGeom>
            <a:gdLst>
              <a:gd name="T1" fmla="*/ 0 w 21600"/>
              <a:gd name="T2" fmla="*/ 9731 h 21600"/>
              <a:gd name="T3" fmla="*/ 21600 w 21600"/>
              <a:gd name="T4" fmla="*/ 11869 h 21600"/>
            </a:gdLst>
            <a:rect l="T1" t="T2" r="T3" b="T4"/>
            <a:pathLst>
              <a:path w="21600" h="21600">
                <a:moveTo>
                  <a:pt x="6614" y="14054"/>
                </a:moveTo>
                <a:lnTo>
                  <a:pt x="11126" y="14054"/>
                </a:lnTo>
                <a:lnTo>
                  <a:pt x="12835" y="17827"/>
                </a:lnTo>
                <a:lnTo>
                  <a:pt x="11126" y="21600"/>
                </a:lnTo>
                <a:lnTo>
                  <a:pt x="6614" y="21600"/>
                </a:lnTo>
                <a:lnTo>
                  <a:pt x="4906" y="17827"/>
                </a:lnTo>
              </a:path>
              <a:path w="21600" h="21600">
                <a:moveTo>
                  <a:pt x="13897" y="8513"/>
                </a:moveTo>
                <a:lnTo>
                  <a:pt x="19483" y="8513"/>
                </a:lnTo>
                <a:lnTo>
                  <a:pt x="21600" y="13184"/>
                </a:lnTo>
                <a:lnTo>
                  <a:pt x="19483" y="17856"/>
                </a:lnTo>
                <a:lnTo>
                  <a:pt x="13897" y="17856"/>
                </a:lnTo>
                <a:lnTo>
                  <a:pt x="11782" y="13184"/>
                </a:lnTo>
              </a:path>
              <a:path w="21600" h="21600">
                <a:moveTo>
                  <a:pt x="2982" y="0"/>
                </a:moveTo>
                <a:lnTo>
                  <a:pt x="10855" y="0"/>
                </a:lnTo>
                <a:lnTo>
                  <a:pt x="13838" y="6584"/>
                </a:lnTo>
                <a:lnTo>
                  <a:pt x="10855" y="13168"/>
                </a:lnTo>
                <a:lnTo>
                  <a:pt x="2982" y="13168"/>
                </a:lnTo>
                <a:lnTo>
                  <a:pt x="0" y="6584"/>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51" name="Text box"/>
          <p:cNvSpPr>
            <a:spLocks noGrp="1"/>
          </p:cNvSpPr>
          <p:nvPr>
            <p:ph type="title"/>
          </p:nvPr>
        </p:nvSpPr>
        <p:spPr>
          <a:xfrm rot="0">
            <a:off x="6312871" y="2050552"/>
            <a:ext cx="4998719" cy="1748982"/>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2800">
                <a:solidFill>
                  <a:schemeClr val="tx1"/>
                </a:solidFill>
                <a:latin typeface="Trebuchet MS" pitchFamily="0" charset="0"/>
              </a:rPr>
              <a:t>Click to edit Master title style</a:t>
            </a:r>
            <a:endParaRPr lang="zh-CN" altLang="en-US" sz="2800">
              <a:solidFill>
                <a:schemeClr val="tx1"/>
              </a:solidFill>
              <a:latin typeface="Trebuchet MS" pitchFamily="0" charset="0"/>
            </a:endParaRPr>
          </a:p>
        </p:txBody>
      </p:sp>
    </p:spTree>
    <p:extLst>
      <p:ext uri="{BB962C8B-B14F-4D97-AF65-F5344CB8AC3E}">
        <p14:creationId xmlns:p14="http://schemas.microsoft.com/office/powerpoint/2010/main" val="1633646310"/>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70" name="Combination"/>
          <p:cNvGrpSpPr>
            <a:grpSpLocks/>
          </p:cNvGrpSpPr>
          <p:nvPr/>
        </p:nvGrpSpPr>
        <p:grpSpPr>
          <a:xfrm>
            <a:off x="0" y="-8467"/>
            <a:ext cx="12192000" cy="6866467"/>
            <a:chOff x="0" y="-8467"/>
            <a:chExt cx="12192000" cy="6866467"/>
          </a:xfrm>
        </p:grpSpPr>
        <p:sp>
          <p:nvSpPr>
            <p:cNvPr id="60" name="Straight line"/>
            <p:cNvSpPr>
              <a:spLocks/>
            </p:cNvSpPr>
            <p:nvPr/>
          </p:nvSpPr>
          <p:spPr>
            <a:xfrm rot="0">
              <a:off x="9371012" y="0"/>
              <a:ext cx="1219200" cy="6858000"/>
            </a:xfrm>
            <a:prstGeom prst="line"/>
            <a:noFill/>
            <a:ln w="9525" cmpd="sng" cap="flat">
              <a:solidFill>
                <a:srgbClr val="5FCBEF">
                  <a:alpha val="70000"/>
                </a:srgbClr>
              </a:solidFill>
              <a:prstDash val="solid"/>
              <a:round/>
            </a:ln>
          </p:spPr>
        </p:sp>
        <p:sp>
          <p:nvSpPr>
            <p:cNvPr id="61" name="Straight line"/>
            <p:cNvSpPr>
              <a:spLocks/>
            </p:cNvSpPr>
            <p:nvPr/>
          </p:nvSpPr>
          <p:spPr>
            <a:xfrm flipH="1" rot="0">
              <a:off x="7425267" y="3681413"/>
              <a:ext cx="4763559" cy="3176587"/>
            </a:xfrm>
            <a:prstGeom prst="line"/>
            <a:noFill/>
            <a:ln w="9525" cmpd="sng" cap="flat">
              <a:solidFill>
                <a:srgbClr val="5FCBEF">
                  <a:alpha val="70000"/>
                </a:srgbClr>
              </a:solidFill>
              <a:prstDash val="solid"/>
              <a:round/>
            </a:ln>
          </p:spPr>
        </p:sp>
        <p:sp>
          <p:nvSpPr>
            <p:cNvPr id="62" name="曲线"/>
            <p:cNvSpPr>
              <a:spLocks/>
            </p:cNvSpPr>
            <p:nvPr/>
          </p:nvSpPr>
          <p:spPr>
            <a:xfrm rot="0">
              <a:off x="9181476" y="-8467"/>
              <a:ext cx="3007349" cy="6866467"/>
            </a:xfrm>
            <a:custGeom>
              <a:gdLst>
                <a:gd name="T1" fmla="*/ 0 w 21600"/>
                <a:gd name="T2" fmla="*/ 0 h 21600"/>
                <a:gd name="T3" fmla="*/ 21600 w 21600"/>
                <a:gd name="T4" fmla="*/ 21600 h 21600"/>
              </a:gdLst>
              <a:rect l="T1" t="T2" r="T3" b="T4"/>
              <a:pathLst>
                <a:path w="21600" h="21600">
                  <a:moveTo>
                    <a:pt x="14691" y="0"/>
                  </a:moveTo>
                  <a:lnTo>
                    <a:pt x="21600" y="0"/>
                  </a:lnTo>
                  <a:lnTo>
                    <a:pt x="21600" y="21599"/>
                  </a:lnTo>
                  <a:lnTo>
                    <a:pt x="0" y="21599"/>
                  </a:lnTo>
                  <a:lnTo>
                    <a:pt x="14691" y="0"/>
                  </a:lnTo>
                  <a:close/>
                </a:path>
              </a:pathLst>
            </a:custGeom>
            <a:solidFill>
              <a:srgbClr val="5FCBEF">
                <a:alpha val="36000"/>
              </a:srgbClr>
            </a:solidFill>
            <a:ln w="12700" cmpd="sng" cap="flat">
              <a:noFill/>
              <a:prstDash val="solid"/>
              <a:round/>
            </a:ln>
          </p:spPr>
        </p:sp>
        <p:sp>
          <p:nvSpPr>
            <p:cNvPr id="63" name="曲线"/>
            <p:cNvSpPr>
              <a:spLocks/>
            </p:cNvSpPr>
            <p:nvPr/>
          </p:nvSpPr>
          <p:spPr>
            <a:xfrm rot="0">
              <a:off x="9603442" y="-8467"/>
              <a:ext cx="2588558"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0092" y="21599"/>
                  </a:lnTo>
                  <a:lnTo>
                    <a:pt x="0" y="0"/>
                  </a:lnTo>
                  <a:close/>
                </a:path>
              </a:pathLst>
            </a:custGeom>
            <a:solidFill>
              <a:srgbClr val="5FCBEF">
                <a:alpha val="20000"/>
              </a:srgbClr>
            </a:solidFill>
            <a:ln w="12700" cmpd="sng" cap="flat">
              <a:noFill/>
              <a:prstDash val="solid"/>
              <a:round/>
            </a:ln>
          </p:spPr>
        </p:sp>
        <p:sp>
          <p:nvSpPr>
            <p:cNvPr id="64" name="Isosceles triangle"/>
            <p:cNvSpPr>
              <a:spLocks/>
            </p:cNvSpPr>
            <p:nvPr/>
          </p:nvSpPr>
          <p:spPr>
            <a:xfrm rot="0">
              <a:off x="8932333" y="3048000"/>
              <a:ext cx="3259667" cy="3810000"/>
            </a:xfrm>
            <a:prstGeom prst="triangle">
              <a:avLst>
                <a:gd name="adj" fmla="val 100000"/>
              </a:avLst>
            </a:prstGeom>
            <a:solidFill>
              <a:srgbClr val="17B0E4">
                <a:alpha val="66000"/>
              </a:srgbClr>
            </a:solidFill>
            <a:ln w="12700" cmpd="sng" cap="flat">
              <a:noFill/>
              <a:prstDash val="solid"/>
              <a:round/>
            </a:ln>
          </p:spPr>
        </p:sp>
        <p:sp>
          <p:nvSpPr>
            <p:cNvPr id="65" name="曲线"/>
            <p:cNvSpPr>
              <a:spLocks/>
            </p:cNvSpPr>
            <p:nvPr/>
          </p:nvSpPr>
          <p:spPr>
            <a:xfrm rot="0">
              <a:off x="9334500" y="-8467"/>
              <a:ext cx="2854323"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8696" y="21599"/>
                  </a:lnTo>
                  <a:lnTo>
                    <a:pt x="0" y="0"/>
                  </a:lnTo>
                  <a:close/>
                </a:path>
              </a:pathLst>
            </a:custGeom>
            <a:solidFill>
              <a:srgbClr val="17B0E4">
                <a:alpha val="50000"/>
              </a:srgbClr>
            </a:solidFill>
            <a:ln w="12700" cmpd="sng" cap="flat">
              <a:noFill/>
              <a:prstDash val="solid"/>
              <a:round/>
            </a:ln>
          </p:spPr>
        </p:sp>
        <p:sp>
          <p:nvSpPr>
            <p:cNvPr id="66" name="曲线"/>
            <p:cNvSpPr>
              <a:spLocks/>
            </p:cNvSpPr>
            <p:nvPr/>
          </p:nvSpPr>
          <p:spPr>
            <a:xfrm rot="0">
              <a:off x="10898729" y="-8467"/>
              <a:ext cx="1290094" cy="6866467"/>
            </a:xfrm>
            <a:custGeom>
              <a:gdLst>
                <a:gd name="T1" fmla="*/ 0 w 21600"/>
                <a:gd name="T2" fmla="*/ 0 h 21600"/>
                <a:gd name="T3" fmla="*/ 21600 w 21600"/>
                <a:gd name="T4" fmla="*/ 21600 h 21600"/>
              </a:gdLst>
              <a:rect l="T1" t="T2" r="T3" b="T4"/>
              <a:pathLst>
                <a:path w="21600" h="21600">
                  <a:moveTo>
                    <a:pt x="17073" y="0"/>
                  </a:moveTo>
                  <a:lnTo>
                    <a:pt x="21600" y="0"/>
                  </a:lnTo>
                  <a:lnTo>
                    <a:pt x="21600" y="21599"/>
                  </a:lnTo>
                  <a:lnTo>
                    <a:pt x="0" y="21599"/>
                  </a:lnTo>
                  <a:lnTo>
                    <a:pt x="17073" y="0"/>
                  </a:lnTo>
                  <a:close/>
                </a:path>
              </a:pathLst>
            </a:custGeom>
            <a:solidFill>
              <a:srgbClr val="2E83C3">
                <a:alpha val="70000"/>
              </a:srgbClr>
            </a:solidFill>
            <a:ln w="12700" cmpd="sng" cap="flat">
              <a:noFill/>
              <a:prstDash val="solid"/>
              <a:round/>
            </a:ln>
          </p:spPr>
        </p:sp>
        <p:sp>
          <p:nvSpPr>
            <p:cNvPr id="67" name="曲线"/>
            <p:cNvSpPr>
              <a:spLocks/>
            </p:cNvSpPr>
            <p:nvPr/>
          </p:nvSpPr>
          <p:spPr>
            <a:xfrm rot="0">
              <a:off x="10939000" y="-8467"/>
              <a:ext cx="1249824"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9171" y="21599"/>
                  </a:lnTo>
                  <a:lnTo>
                    <a:pt x="0" y="0"/>
                  </a:lnTo>
                  <a:close/>
                </a:path>
              </a:pathLst>
            </a:custGeom>
            <a:solidFill>
              <a:srgbClr val="226292">
                <a:alpha val="80000"/>
              </a:srgbClr>
            </a:solidFill>
            <a:ln w="12700" cmpd="sng" cap="flat">
              <a:noFill/>
              <a:prstDash val="solid"/>
              <a:round/>
            </a:ln>
          </p:spPr>
        </p:sp>
        <p:sp>
          <p:nvSpPr>
            <p:cNvPr id="68" name="Isosceles triangle"/>
            <p:cNvSpPr>
              <a:spLocks/>
            </p:cNvSpPr>
            <p:nvPr/>
          </p:nvSpPr>
          <p:spPr>
            <a:xfrm rot="0">
              <a:off x="10371666" y="3589866"/>
              <a:ext cx="1817159" cy="3268133"/>
            </a:xfrm>
            <a:prstGeom prst="triangle">
              <a:avLst>
                <a:gd name="adj" fmla="val 100000"/>
              </a:avLst>
            </a:prstGeom>
            <a:solidFill>
              <a:srgbClr val="17B0E4">
                <a:alpha val="66000"/>
              </a:srgbClr>
            </a:solidFill>
            <a:ln w="12700" cmpd="sng" cap="flat">
              <a:noFill/>
              <a:prstDash val="solid"/>
              <a:round/>
            </a:ln>
          </p:spPr>
        </p:sp>
        <p:sp>
          <p:nvSpPr>
            <p:cNvPr id="69" name="Isosceles triangle"/>
            <p:cNvSpPr>
              <a:spLocks/>
            </p:cNvSpPr>
            <p:nvPr/>
          </p:nvSpPr>
          <p:spPr>
            <a:xfrm rot="0">
              <a:off x="0" y="4013200"/>
              <a:ext cx="448732" cy="2844800"/>
            </a:xfrm>
            <a:prstGeom prst="triangle">
              <a:avLst>
                <a:gd name="adj" fmla="val 0"/>
              </a:avLst>
            </a:prstGeom>
            <a:solidFill>
              <a:srgbClr val="5FCBEF">
                <a:alpha val="70000"/>
              </a:srgbClr>
            </a:solidFill>
            <a:ln w="12700" cmpd="sng" cap="flat">
              <a:noFill/>
              <a:prstDash val="solid"/>
              <a:round/>
            </a:ln>
          </p:spPr>
        </p:sp>
      </p:grpSp>
      <p:sp>
        <p:nvSpPr>
          <p:cNvPr id="71" name="Rectangle"/>
          <p:cNvSpPr>
            <a:spLocks/>
          </p:cNvSpPr>
          <p:nvPr/>
        </p:nvSpPr>
        <p:spPr>
          <a:xfrm rot="0">
            <a:off x="660396"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{DATE \@ M/d/yyyy|</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9/8/2026</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a:t>
            </a:r>
            <a:endParaRPr lang="zh-CN" altLang="en-US" sz="1100" b="0"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72" name="Rectangle"/>
          <p:cNvSpPr>
            <a:spLocks/>
          </p:cNvSpPr>
          <p:nvPr/>
        </p:nvSpPr>
        <p:spPr>
          <a:xfrm rot="0">
            <a:off x="1445526" y="6378906"/>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chemeClr val="accent2"/>
                </a:solidFill>
                <a:latin typeface="Trebuchet MS" pitchFamily="0" charset="0"/>
                <a:ea typeface="华文新魏" pitchFamily="0" charset="0"/>
                <a:cs typeface="Trebuchet MS" pitchFamily="0" charset="0"/>
              </a:rPr>
              <a:t>Annual Review</a:t>
            </a:r>
            <a:endParaRPr lang="zh-CN" altLang="en-US" sz="1100" b="1"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73" name="Rectangle"/>
          <p:cNvSpPr>
            <a:spLocks/>
          </p:cNvSpPr>
          <p:nvPr/>
        </p:nvSpPr>
        <p:spPr>
          <a:xfrm rot="0">
            <a:off x="8805338"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latinLnBrk="0" hangingPunct="1">
              <a:lnSpc>
                <a:spcPct val="100000"/>
              </a:lnSpc>
              <a:spcBef>
                <a:spcPts val="0"/>
              </a:spcBef>
              <a:spcAft>
                <a:spcPts val="0"/>
              </a:spcAft>
              <a:buNone/>
            </a:pPr>
            <a:fld id="{CAD2D6BD-DE1B-4B5F-8B41-2702339687B9}" type="slidenum">
              <a:rPr lang="en-US" altLang="zh-CN" sz="1100" b="0" i="0" u="none" strike="noStrike" kern="1200" cap="none" spc="0" baseline="0">
                <a:solidFill>
                  <a:schemeClr val="accent4"/>
                </a:solidFill>
                <a:latin typeface="Trebuchet MS" pitchFamily="0" charset="0"/>
                <a:ea typeface="华文新魏" pitchFamily="0" charset="0"/>
                <a:cs typeface="Trebuchet MS" pitchFamily="0" charset="0"/>
              </a:rPr>
              <a:t>&lt;#&gt;</a:t>
            </a:fld>
            <a:endParaRPr lang="zh-CN" altLang="en-US" sz="1100" b="0" i="0" u="none" strike="noStrike" kern="1200" cap="none" spc="0" baseline="0">
              <a:solidFill>
                <a:schemeClr val="accent4"/>
              </a:solidFill>
              <a:latin typeface="Trebuchet MS" pitchFamily="0" charset="0"/>
              <a:ea typeface="华文新魏" pitchFamily="0" charset="0"/>
              <a:cs typeface="Trebuchet MS" pitchFamily="0" charset="0"/>
            </a:endParaRPr>
          </a:p>
        </p:txBody>
      </p:sp>
      <p:sp>
        <p:nvSpPr>
          <p:cNvPr id="74" name="Text box"/>
          <p:cNvSpPr>
            <a:spLocks noGrp="1"/>
          </p:cNvSpPr>
          <p:nvPr>
            <p:ph type="body" idx="12"/>
          </p:nvPr>
        </p:nvSpPr>
        <p:spPr>
          <a:xfrm rot="0">
            <a:off x="660400" y="2044700"/>
            <a:ext cx="4275138" cy="3560763"/>
          </a:xfrm>
          <a:prstGeom prst="rect"/>
          <a:noFill/>
          <a:ln w="12700" cmpd="sng" cap="flat">
            <a:noFill/>
            <a:prstDash val="solid"/>
            <a:miter/>
          </a:ln>
        </p:spPr>
        <p:txBody>
          <a:bodyPr vert="horz" wrap="square" lIns="91440" tIns="45720" rIns="91440" bIns="45720" anchor="t" anchorCtr="0">
            <a:prstTxWarp prst="textNoShape"/>
          </a:bodyPr>
          <a:lstStyle/>
          <a:p>
            <a:pPr>
              <a:buClr>
                <a:schemeClr val="accent4"/>
              </a:buClr>
              <a:buSzPct val="80000"/>
              <a:buFont typeface="Wingdings" pitchFamily="2" charset="2"/>
              <a:buChar char="§"/>
            </a:pPr>
            <a:r>
              <a:rPr lang="en-US" altLang="zh-CN" sz="2000"/>
              <a:t>Click to edit Master text styles</a:t>
            </a:r>
            <a:endParaRPr lang="zh-CN" altLang="en-US" sz="2000"/>
          </a:p>
        </p:txBody>
      </p:sp>
      <p:sp>
        <p:nvSpPr>
          <p:cNvPr id="75" name="Rectangle"/>
          <p:cNvSpPr>
            <a:spLocks/>
          </p:cNvSpPr>
          <p:nvPr/>
        </p:nvSpPr>
        <p:spPr>
          <a:xfrm rot="0">
            <a:off x="9354457" y="5363987"/>
            <a:ext cx="457199" cy="457200"/>
          </a:xfrm>
          <a:prstGeom prst="rect"/>
          <a:solidFill>
            <a:schemeClr val="accent5"/>
          </a:solidFill>
          <a:ln w="19050" cmpd="sng" cap="flat">
            <a:noFill/>
            <a:prstDash val="solid"/>
            <a:round/>
          </a:ln>
        </p:spPr>
      </p:sp>
      <p:sp>
        <p:nvSpPr>
          <p:cNvPr id="76" name="Rectangle"/>
          <p:cNvSpPr>
            <a:spLocks/>
          </p:cNvSpPr>
          <p:nvPr/>
        </p:nvSpPr>
        <p:spPr>
          <a:xfrm rot="0">
            <a:off x="6692791" y="1699889"/>
            <a:ext cx="319747" cy="319749"/>
          </a:xfrm>
          <a:prstGeom prst="rect"/>
          <a:solidFill>
            <a:schemeClr val="accent2"/>
          </a:solidFill>
          <a:ln w="19050" cmpd="sng" cap="flat">
            <a:noFill/>
            <a:prstDash val="solid"/>
            <a:round/>
          </a:ln>
        </p:spPr>
      </p:sp>
      <p:sp>
        <p:nvSpPr>
          <p:cNvPr id="77" name="Rectangle"/>
          <p:cNvSpPr>
            <a:spLocks/>
          </p:cNvSpPr>
          <p:nvPr/>
        </p:nvSpPr>
        <p:spPr>
          <a:xfrm rot="0">
            <a:off x="9354457" y="5897738"/>
            <a:ext cx="179975" cy="179975"/>
          </a:xfrm>
          <a:prstGeom prst="rect"/>
          <a:solidFill>
            <a:schemeClr val="accent4"/>
          </a:solidFill>
          <a:ln w="19050" cmpd="sng" cap="flat">
            <a:noFill/>
            <a:prstDash val="solid"/>
            <a:round/>
          </a:ln>
        </p:spPr>
      </p:sp>
      <p:sp>
        <p:nvSpPr>
          <p:cNvPr id="78" name="曲线"/>
          <p:cNvSpPr>
            <a:spLocks/>
          </p:cNvSpPr>
          <p:nvPr/>
        </p:nvSpPr>
        <p:spPr>
          <a:xfrm rot="0">
            <a:off x="7090227" y="786181"/>
            <a:ext cx="4441372" cy="5393036"/>
          </a:xfrm>
          <a:custGeom>
            <a:gdLst>
              <a:gd name="T1" fmla="*/ 0 w 21600"/>
              <a:gd name="T2" fmla="*/ 10083 h 21600"/>
              <a:gd name="T3" fmla="*/ 21600 w 21600"/>
              <a:gd name="T4" fmla="*/ 11517 h 21600"/>
            </a:gdLst>
            <a:rect l="T1" t="T2" r="T3" b="T4"/>
            <a:pathLst>
              <a:path w="21600" h="21600">
                <a:moveTo>
                  <a:pt x="0" y="12772"/>
                </a:moveTo>
                <a:lnTo>
                  <a:pt x="10570" y="12772"/>
                </a:lnTo>
                <a:lnTo>
                  <a:pt x="10570" y="21600"/>
                </a:lnTo>
                <a:lnTo>
                  <a:pt x="0" y="21600"/>
                </a:lnTo>
              </a:path>
              <a:path w="21600" h="21600">
                <a:moveTo>
                  <a:pt x="11029" y="9182"/>
                </a:moveTo>
                <a:lnTo>
                  <a:pt x="21600" y="9182"/>
                </a:lnTo>
                <a:lnTo>
                  <a:pt x="21600" y="18011"/>
                </a:lnTo>
                <a:lnTo>
                  <a:pt x="11029" y="18011"/>
                </a:lnTo>
              </a:path>
              <a:path w="21600" h="21600">
                <a:moveTo>
                  <a:pt x="0" y="3632"/>
                </a:moveTo>
                <a:lnTo>
                  <a:pt x="10570" y="3632"/>
                </a:lnTo>
                <a:lnTo>
                  <a:pt x="10570" y="12459"/>
                </a:lnTo>
                <a:lnTo>
                  <a:pt x="0" y="12459"/>
                </a:lnTo>
              </a:path>
              <a:path w="21600" h="21600">
                <a:moveTo>
                  <a:pt x="11029" y="0"/>
                </a:moveTo>
                <a:lnTo>
                  <a:pt x="21600" y="0"/>
                </a:lnTo>
                <a:lnTo>
                  <a:pt x="21600" y="8827"/>
                </a:lnTo>
                <a:lnTo>
                  <a:pt x="11029" y="8827"/>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79" name="Text box"/>
          <p:cNvSpPr>
            <a:spLocks noGrp="1"/>
          </p:cNvSpPr>
          <p:nvPr>
            <p:ph type="title"/>
          </p:nvPr>
        </p:nvSpPr>
        <p:spPr>
          <a:xfrm rot="0">
            <a:off x="660400" y="805212"/>
            <a:ext cx="4275138" cy="830996"/>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4800" b="1">
                <a:solidFill>
                  <a:schemeClr val="tx1"/>
                </a:solidFill>
              </a:rPr>
              <a:t>Click to edit Master title style</a:t>
            </a:r>
            <a:endParaRPr lang="zh-CN" altLang="en-US" sz="4800" b="1">
              <a:solidFill>
                <a:schemeClr val="tx1"/>
              </a:solidFill>
            </a:endParaRPr>
          </a:p>
        </p:txBody>
      </p:sp>
    </p:spTree>
    <p:extLst>
      <p:ext uri="{BB962C8B-B14F-4D97-AF65-F5344CB8AC3E}">
        <p14:creationId xmlns:p14="http://schemas.microsoft.com/office/powerpoint/2010/main" val="85080924"/>
      </p:ext>
    </p:extLst>
  </p:cSld>
  <p:clrMapOvr>
    <a:masterClrMapping/>
  </p:clrMapOvr>
  <p:hf sldNum="0"/>
</p:sldLayout>
</file>

<file path=ppt/slideLayouts/slideLayout14.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13" name="Combination"/>
          <p:cNvGrpSpPr>
            <a:grpSpLocks/>
          </p:cNvGrpSpPr>
          <p:nvPr/>
        </p:nvGrpSpPr>
        <p:grpSpPr>
          <a:xfrm>
            <a:off x="0" y="-8467"/>
            <a:ext cx="12192000" cy="6866467"/>
            <a:chOff x="0" y="-8467"/>
            <a:chExt cx="12192000" cy="6866467"/>
          </a:xfrm>
        </p:grpSpPr>
        <p:sp>
          <p:nvSpPr>
            <p:cNvPr id="103" name="Straight line"/>
            <p:cNvSpPr>
              <a:spLocks/>
            </p:cNvSpPr>
            <p:nvPr/>
          </p:nvSpPr>
          <p:spPr>
            <a:xfrm rot="0">
              <a:off x="9371012" y="0"/>
              <a:ext cx="1219200" cy="6858000"/>
            </a:xfrm>
            <a:prstGeom prst="line"/>
            <a:noFill/>
            <a:ln w="9525" cmpd="sng" cap="flat">
              <a:solidFill>
                <a:srgbClr val="5FCBEF">
                  <a:alpha val="70000"/>
                </a:srgbClr>
              </a:solidFill>
              <a:prstDash val="solid"/>
              <a:round/>
            </a:ln>
          </p:spPr>
        </p:sp>
        <p:sp>
          <p:nvSpPr>
            <p:cNvPr id="104" name="Straight line"/>
            <p:cNvSpPr>
              <a:spLocks/>
            </p:cNvSpPr>
            <p:nvPr/>
          </p:nvSpPr>
          <p:spPr>
            <a:xfrm flipH="1" rot="0">
              <a:off x="7425267" y="3681413"/>
              <a:ext cx="4763559" cy="3176587"/>
            </a:xfrm>
            <a:prstGeom prst="line"/>
            <a:noFill/>
            <a:ln w="9525" cmpd="sng" cap="flat">
              <a:solidFill>
                <a:srgbClr val="5FCBEF">
                  <a:alpha val="70000"/>
                </a:srgbClr>
              </a:solidFill>
              <a:prstDash val="solid"/>
              <a:round/>
            </a:ln>
          </p:spPr>
        </p:sp>
        <p:sp>
          <p:nvSpPr>
            <p:cNvPr id="105" name="曲线"/>
            <p:cNvSpPr>
              <a:spLocks/>
            </p:cNvSpPr>
            <p:nvPr/>
          </p:nvSpPr>
          <p:spPr>
            <a:xfrm rot="0">
              <a:off x="9181476" y="-8467"/>
              <a:ext cx="3007349" cy="6866467"/>
            </a:xfrm>
            <a:custGeom>
              <a:gdLst>
                <a:gd name="T1" fmla="*/ 0 w 21600"/>
                <a:gd name="T2" fmla="*/ 0 h 21600"/>
                <a:gd name="T3" fmla="*/ 21600 w 21600"/>
                <a:gd name="T4" fmla="*/ 21600 h 21600"/>
              </a:gdLst>
              <a:rect l="T1" t="T2" r="T3" b="T4"/>
              <a:pathLst>
                <a:path w="21600" h="21600">
                  <a:moveTo>
                    <a:pt x="14691" y="0"/>
                  </a:moveTo>
                  <a:lnTo>
                    <a:pt x="21600" y="0"/>
                  </a:lnTo>
                  <a:lnTo>
                    <a:pt x="21600" y="21599"/>
                  </a:lnTo>
                  <a:lnTo>
                    <a:pt x="0" y="21599"/>
                  </a:lnTo>
                  <a:lnTo>
                    <a:pt x="14691" y="0"/>
                  </a:lnTo>
                  <a:close/>
                </a:path>
              </a:pathLst>
            </a:custGeom>
            <a:solidFill>
              <a:srgbClr val="5FCBEF">
                <a:alpha val="36000"/>
              </a:srgbClr>
            </a:solidFill>
            <a:ln w="12700" cmpd="sng" cap="flat">
              <a:noFill/>
              <a:prstDash val="solid"/>
              <a:round/>
            </a:ln>
          </p:spPr>
        </p:sp>
        <p:sp>
          <p:nvSpPr>
            <p:cNvPr id="106" name="曲线"/>
            <p:cNvSpPr>
              <a:spLocks/>
            </p:cNvSpPr>
            <p:nvPr/>
          </p:nvSpPr>
          <p:spPr>
            <a:xfrm rot="0">
              <a:off x="9603442" y="-8467"/>
              <a:ext cx="2588558"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0092" y="21599"/>
                  </a:lnTo>
                  <a:lnTo>
                    <a:pt x="0" y="0"/>
                  </a:lnTo>
                  <a:close/>
                </a:path>
              </a:pathLst>
            </a:custGeom>
            <a:solidFill>
              <a:srgbClr val="5FCBEF">
                <a:alpha val="20000"/>
              </a:srgbClr>
            </a:solidFill>
            <a:ln w="12700" cmpd="sng" cap="flat">
              <a:noFill/>
              <a:prstDash val="solid"/>
              <a:round/>
            </a:ln>
          </p:spPr>
        </p:sp>
        <p:sp>
          <p:nvSpPr>
            <p:cNvPr id="107" name="Isosceles triangle"/>
            <p:cNvSpPr>
              <a:spLocks/>
            </p:cNvSpPr>
            <p:nvPr/>
          </p:nvSpPr>
          <p:spPr>
            <a:xfrm rot="0">
              <a:off x="8932333" y="3048000"/>
              <a:ext cx="3259667" cy="3810000"/>
            </a:xfrm>
            <a:prstGeom prst="triangle">
              <a:avLst>
                <a:gd name="adj" fmla="val 100000"/>
              </a:avLst>
            </a:prstGeom>
            <a:solidFill>
              <a:srgbClr val="17B0E4">
                <a:alpha val="66000"/>
              </a:srgbClr>
            </a:solidFill>
            <a:ln w="12700" cmpd="sng" cap="flat">
              <a:noFill/>
              <a:prstDash val="solid"/>
              <a:round/>
            </a:ln>
          </p:spPr>
        </p:sp>
        <p:sp>
          <p:nvSpPr>
            <p:cNvPr id="108" name="曲线"/>
            <p:cNvSpPr>
              <a:spLocks/>
            </p:cNvSpPr>
            <p:nvPr/>
          </p:nvSpPr>
          <p:spPr>
            <a:xfrm rot="0">
              <a:off x="9334500" y="-8467"/>
              <a:ext cx="2854323"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8696" y="21599"/>
                  </a:lnTo>
                  <a:lnTo>
                    <a:pt x="0" y="0"/>
                  </a:lnTo>
                  <a:close/>
                </a:path>
              </a:pathLst>
            </a:custGeom>
            <a:solidFill>
              <a:srgbClr val="17B0E4">
                <a:alpha val="50000"/>
              </a:srgbClr>
            </a:solidFill>
            <a:ln w="12700" cmpd="sng" cap="flat">
              <a:noFill/>
              <a:prstDash val="solid"/>
              <a:round/>
            </a:ln>
          </p:spPr>
        </p:sp>
        <p:sp>
          <p:nvSpPr>
            <p:cNvPr id="109" name="曲线"/>
            <p:cNvSpPr>
              <a:spLocks/>
            </p:cNvSpPr>
            <p:nvPr/>
          </p:nvSpPr>
          <p:spPr>
            <a:xfrm rot="0">
              <a:off x="10898729" y="-8467"/>
              <a:ext cx="1290094" cy="6866467"/>
            </a:xfrm>
            <a:custGeom>
              <a:gdLst>
                <a:gd name="T1" fmla="*/ 0 w 21600"/>
                <a:gd name="T2" fmla="*/ 0 h 21600"/>
                <a:gd name="T3" fmla="*/ 21600 w 21600"/>
                <a:gd name="T4" fmla="*/ 21600 h 21600"/>
              </a:gdLst>
              <a:rect l="T1" t="T2" r="T3" b="T4"/>
              <a:pathLst>
                <a:path w="21600" h="21600">
                  <a:moveTo>
                    <a:pt x="17073" y="0"/>
                  </a:moveTo>
                  <a:lnTo>
                    <a:pt x="21600" y="0"/>
                  </a:lnTo>
                  <a:lnTo>
                    <a:pt x="21600" y="21599"/>
                  </a:lnTo>
                  <a:lnTo>
                    <a:pt x="0" y="21599"/>
                  </a:lnTo>
                  <a:lnTo>
                    <a:pt x="17073" y="0"/>
                  </a:lnTo>
                  <a:close/>
                </a:path>
              </a:pathLst>
            </a:custGeom>
            <a:solidFill>
              <a:srgbClr val="2E83C3">
                <a:alpha val="70000"/>
              </a:srgbClr>
            </a:solidFill>
            <a:ln w="12700" cmpd="sng" cap="flat">
              <a:noFill/>
              <a:prstDash val="solid"/>
              <a:round/>
            </a:ln>
          </p:spPr>
        </p:sp>
        <p:sp>
          <p:nvSpPr>
            <p:cNvPr id="110" name="曲线"/>
            <p:cNvSpPr>
              <a:spLocks/>
            </p:cNvSpPr>
            <p:nvPr/>
          </p:nvSpPr>
          <p:spPr>
            <a:xfrm rot="0">
              <a:off x="10939000" y="-8467"/>
              <a:ext cx="1249824"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9171" y="21599"/>
                  </a:lnTo>
                  <a:lnTo>
                    <a:pt x="0" y="0"/>
                  </a:lnTo>
                  <a:close/>
                </a:path>
              </a:pathLst>
            </a:custGeom>
            <a:solidFill>
              <a:srgbClr val="226292">
                <a:alpha val="80000"/>
              </a:srgbClr>
            </a:solidFill>
            <a:ln w="12700" cmpd="sng" cap="flat">
              <a:noFill/>
              <a:prstDash val="solid"/>
              <a:round/>
            </a:ln>
          </p:spPr>
        </p:sp>
        <p:sp>
          <p:nvSpPr>
            <p:cNvPr id="111" name="Isosceles triangle"/>
            <p:cNvSpPr>
              <a:spLocks/>
            </p:cNvSpPr>
            <p:nvPr/>
          </p:nvSpPr>
          <p:spPr>
            <a:xfrm rot="0">
              <a:off x="10371666" y="3589866"/>
              <a:ext cx="1817159" cy="3268133"/>
            </a:xfrm>
            <a:prstGeom prst="triangle">
              <a:avLst>
                <a:gd name="adj" fmla="val 100000"/>
              </a:avLst>
            </a:prstGeom>
            <a:solidFill>
              <a:srgbClr val="17B0E4">
                <a:alpha val="66000"/>
              </a:srgbClr>
            </a:solidFill>
            <a:ln w="12700" cmpd="sng" cap="flat">
              <a:noFill/>
              <a:prstDash val="solid"/>
              <a:round/>
            </a:ln>
          </p:spPr>
        </p:sp>
        <p:sp>
          <p:nvSpPr>
            <p:cNvPr id="112" name="Isosceles triangle"/>
            <p:cNvSpPr>
              <a:spLocks/>
            </p:cNvSpPr>
            <p:nvPr/>
          </p:nvSpPr>
          <p:spPr>
            <a:xfrm rot="0">
              <a:off x="0" y="4013200"/>
              <a:ext cx="448732" cy="2844800"/>
            </a:xfrm>
            <a:prstGeom prst="triangle">
              <a:avLst>
                <a:gd name="adj" fmla="val 0"/>
              </a:avLst>
            </a:prstGeom>
            <a:solidFill>
              <a:srgbClr val="5FCBEF">
                <a:alpha val="70000"/>
              </a:srgbClr>
            </a:solidFill>
            <a:ln w="12700" cmpd="sng" cap="flat">
              <a:noFill/>
              <a:prstDash val="solid"/>
              <a:round/>
            </a:ln>
          </p:spPr>
        </p:sp>
      </p:grpSp>
      <p:sp>
        <p:nvSpPr>
          <p:cNvPr id="114" name="Rectangle"/>
          <p:cNvSpPr>
            <a:spLocks/>
          </p:cNvSpPr>
          <p:nvPr/>
        </p:nvSpPr>
        <p:spPr>
          <a:xfrm rot="0">
            <a:off x="660396"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{DATE \@ M/d/yyyy|</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9/8/2026</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a:t>
            </a:r>
            <a:endParaRPr lang="zh-CN" altLang="en-US" sz="1100" b="0"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115" name="Rectangle"/>
          <p:cNvSpPr>
            <a:spLocks/>
          </p:cNvSpPr>
          <p:nvPr/>
        </p:nvSpPr>
        <p:spPr>
          <a:xfrm rot="0">
            <a:off x="1445526" y="6378906"/>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chemeClr val="accent2"/>
                </a:solidFill>
                <a:latin typeface="Trebuchet MS" pitchFamily="0" charset="0"/>
                <a:ea typeface="华文新魏" pitchFamily="0" charset="0"/>
                <a:cs typeface="Trebuchet MS" pitchFamily="0" charset="0"/>
              </a:rPr>
              <a:t>Annual Review</a:t>
            </a:r>
            <a:endParaRPr lang="zh-CN" altLang="en-US" sz="1100" b="1"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116" name="Rectangle"/>
          <p:cNvSpPr>
            <a:spLocks/>
          </p:cNvSpPr>
          <p:nvPr/>
        </p:nvSpPr>
        <p:spPr>
          <a:xfrm rot="0">
            <a:off x="8805338"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latinLnBrk="0" hangingPunct="1">
              <a:lnSpc>
                <a:spcPct val="100000"/>
              </a:lnSpc>
              <a:spcBef>
                <a:spcPts val="0"/>
              </a:spcBef>
              <a:spcAft>
                <a:spcPts val="0"/>
              </a:spcAft>
              <a:buNone/>
            </a:pPr>
            <a:fld id="{CAD2D6BD-DE1B-4B5F-8B41-2702339687B9}" type="slidenum">
              <a:rPr lang="en-US" altLang="zh-CN" sz="1100" b="0" i="0" u="none" strike="noStrike" kern="1200" cap="none" spc="0" baseline="0">
                <a:solidFill>
                  <a:schemeClr val="accent4"/>
                </a:solidFill>
                <a:latin typeface="Trebuchet MS" pitchFamily="0" charset="0"/>
                <a:ea typeface="华文新魏" pitchFamily="0" charset="0"/>
                <a:cs typeface="Trebuchet MS" pitchFamily="0" charset="0"/>
              </a:rPr>
              <a:t>&lt;#&gt;</a:t>
            </a:fld>
            <a:endParaRPr lang="zh-CN" altLang="en-US" sz="1100" b="0" i="0" u="none" strike="noStrike" kern="1200" cap="none" spc="0" baseline="0">
              <a:solidFill>
                <a:schemeClr val="accent4"/>
              </a:solidFill>
              <a:latin typeface="Trebuchet MS" pitchFamily="0" charset="0"/>
              <a:ea typeface="华文新魏" pitchFamily="0" charset="0"/>
              <a:cs typeface="Trebuchet MS" pitchFamily="0" charset="0"/>
            </a:endParaRPr>
          </a:p>
        </p:txBody>
      </p:sp>
      <p:sp>
        <p:nvSpPr>
          <p:cNvPr id="117" name="Oval"/>
          <p:cNvSpPr>
            <a:spLocks/>
          </p:cNvSpPr>
          <p:nvPr/>
        </p:nvSpPr>
        <p:spPr>
          <a:xfrm rot="0">
            <a:off x="7362825" y="443262"/>
            <a:ext cx="361950" cy="361948"/>
          </a:xfrm>
          <a:prstGeom prst="ellipse"/>
          <a:solidFill>
            <a:schemeClr val="bg2"/>
          </a:solidFill>
          <a:ln w="19050" cmpd="sng" cap="flat">
            <a:noFill/>
            <a:prstDash val="solid"/>
            <a:round/>
          </a:ln>
        </p:spPr>
      </p:sp>
      <p:sp>
        <p:nvSpPr>
          <p:cNvPr id="118" name="Oval"/>
          <p:cNvSpPr>
            <a:spLocks/>
          </p:cNvSpPr>
          <p:nvPr/>
        </p:nvSpPr>
        <p:spPr>
          <a:xfrm rot="0">
            <a:off x="11007246" y="5605994"/>
            <a:ext cx="654224" cy="654226"/>
          </a:xfrm>
          <a:prstGeom prst="ellipse"/>
          <a:solidFill>
            <a:schemeClr val="accent2"/>
          </a:solidFill>
          <a:ln w="19050" cmpd="sng" cap="flat">
            <a:noFill/>
            <a:prstDash val="solid"/>
            <a:round/>
          </a:ln>
        </p:spPr>
      </p:sp>
      <p:sp>
        <p:nvSpPr>
          <p:cNvPr id="119" name="Oval"/>
          <p:cNvSpPr>
            <a:spLocks/>
          </p:cNvSpPr>
          <p:nvPr/>
        </p:nvSpPr>
        <p:spPr>
          <a:xfrm rot="0">
            <a:off x="10683791" y="6132439"/>
            <a:ext cx="251149" cy="251151"/>
          </a:xfrm>
          <a:prstGeom prst="ellipse"/>
          <a:solidFill>
            <a:schemeClr val="accent4"/>
          </a:solidFill>
          <a:ln w="19050" cmpd="sng" cap="flat">
            <a:noFill/>
            <a:prstDash val="solid"/>
            <a:round/>
          </a:ln>
        </p:spPr>
      </p:sp>
      <p:sp>
        <p:nvSpPr>
          <p:cNvPr id="120" name="曲线"/>
          <p:cNvSpPr>
            <a:spLocks/>
          </p:cNvSpPr>
          <p:nvPr/>
        </p:nvSpPr>
        <p:spPr>
          <a:xfrm rot="0">
            <a:off x="5733416" y="624238"/>
            <a:ext cx="5855753" cy="5631571"/>
          </a:xfrm>
          <a:custGeom>
            <a:gdLst>
              <a:gd name="T1" fmla="*/ 0 w 21600"/>
              <a:gd name="T2" fmla="*/ 10113 h 21600"/>
              <a:gd name="T3" fmla="*/ 21600 w 21600"/>
              <a:gd name="T4" fmla="*/ 11487 h 21600"/>
            </a:gdLst>
            <a:rect l="T1" t="T2" r="T3" b="T4"/>
            <a:pathLst>
              <a:path w="21600" h="21600">
                <a:moveTo>
                  <a:pt x="12662" y="3015"/>
                </a:moveTo>
                <a:cubicBezTo>
                  <a:pt x="17596" y="3015"/>
                  <a:pt x="21600" y="7174"/>
                  <a:pt x="21600" y="12307"/>
                </a:cubicBezTo>
                <a:cubicBezTo>
                  <a:pt x="21600" y="17439"/>
                  <a:pt x="17596" y="21600"/>
                  <a:pt x="12662" y="21600"/>
                </a:cubicBezTo>
                <a:cubicBezTo>
                  <a:pt x="7725" y="21600"/>
                  <a:pt x="3726" y="17439"/>
                  <a:pt x="3726" y="12307"/>
                </a:cubicBezTo>
                <a:cubicBezTo>
                  <a:pt x="3726" y="7174"/>
                  <a:pt x="7725" y="3015"/>
                  <a:pt x="12662" y="3015"/>
                </a:cubicBezTo>
              </a:path>
              <a:path w="21600" h="21600">
                <a:moveTo>
                  <a:pt x="3054" y="0"/>
                </a:moveTo>
                <a:cubicBezTo>
                  <a:pt x="4744" y="0"/>
                  <a:pt x="6113" y="1422"/>
                  <a:pt x="6113" y="3178"/>
                </a:cubicBezTo>
                <a:cubicBezTo>
                  <a:pt x="6113" y="4933"/>
                  <a:pt x="4744" y="6356"/>
                  <a:pt x="3054" y="6356"/>
                </a:cubicBezTo>
                <a:cubicBezTo>
                  <a:pt x="1368" y="6356"/>
                  <a:pt x="0" y="4933"/>
                  <a:pt x="0" y="3178"/>
                </a:cubicBezTo>
                <a:cubicBezTo>
                  <a:pt x="0" y="1422"/>
                  <a:pt x="1368" y="0"/>
                  <a:pt x="3054" y="0"/>
                </a:cubicBez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121" name="Text box"/>
          <p:cNvSpPr>
            <a:spLocks noGrp="1"/>
          </p:cNvSpPr>
          <p:nvPr>
            <p:ph type="body" idx="12"/>
          </p:nvPr>
        </p:nvSpPr>
        <p:spPr>
          <a:xfrm rot="0">
            <a:off x="660400" y="2044700"/>
            <a:ext cx="4275138" cy="3560763"/>
          </a:xfrm>
          <a:prstGeom prst="rect"/>
          <a:noFill/>
          <a:ln w="12700" cmpd="sng" cap="flat">
            <a:noFill/>
            <a:prstDash val="solid"/>
            <a:miter/>
          </a:ln>
        </p:spPr>
        <p:txBody>
          <a:bodyPr vert="horz" wrap="square" lIns="91440" tIns="45720" rIns="91440" bIns="45720" anchor="t" anchorCtr="0">
            <a:prstTxWarp prst="textNoShape"/>
          </a:bodyPr>
          <a:lstStyle/>
          <a:p>
            <a:pPr>
              <a:lnSpc>
                <a:spcPct val="150000"/>
              </a:lnSpc>
              <a:buClr>
                <a:schemeClr val="accent4"/>
              </a:buClr>
              <a:buSzPct val="80000"/>
              <a:buFont typeface="Wingdings" pitchFamily="2" charset="2"/>
              <a:buChar char="§"/>
            </a:pPr>
            <a:r>
              <a:rPr lang="en-US" altLang="zh-CN" sz="2000"/>
              <a:t>Click to edit Master text styles</a:t>
            </a:r>
            <a:endParaRPr lang="zh-CN" altLang="en-US" sz="2000"/>
          </a:p>
        </p:txBody>
      </p:sp>
      <p:sp>
        <p:nvSpPr>
          <p:cNvPr id="122" name="Text box"/>
          <p:cNvSpPr>
            <a:spLocks noGrp="1"/>
          </p:cNvSpPr>
          <p:nvPr>
            <p:ph type="title"/>
          </p:nvPr>
        </p:nvSpPr>
        <p:spPr>
          <a:xfrm rot="0">
            <a:off x="660400" y="805212"/>
            <a:ext cx="4275138" cy="830996"/>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4800" b="1">
                <a:solidFill>
                  <a:schemeClr val="tx1"/>
                </a:solidFill>
              </a:rPr>
              <a:t>Click to edit Master title style</a:t>
            </a:r>
            <a:endParaRPr lang="zh-CN" altLang="en-US" sz="4800" b="1">
              <a:solidFill>
                <a:schemeClr val="tx1"/>
              </a:solidFill>
            </a:endParaRPr>
          </a:p>
        </p:txBody>
      </p:sp>
    </p:spTree>
    <p:extLst>
      <p:ext uri="{BB962C8B-B14F-4D97-AF65-F5344CB8AC3E}">
        <p14:creationId xmlns:p14="http://schemas.microsoft.com/office/powerpoint/2010/main" val="1983424639"/>
      </p:ext>
    </p:extLst>
  </p:cSld>
  <p:clrMapOvr>
    <a:masterClrMapping/>
  </p:clrMapOvr>
  <p:hf sldNum="0"/>
</p:sldLayout>
</file>

<file path=ppt/slideLayouts/slideLayout15.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220" name="Combination"/>
          <p:cNvGrpSpPr>
            <a:grpSpLocks/>
          </p:cNvGrpSpPr>
          <p:nvPr/>
        </p:nvGrpSpPr>
        <p:grpSpPr>
          <a:xfrm>
            <a:off x="0" y="-8467"/>
            <a:ext cx="12192000" cy="6866467"/>
            <a:chOff x="0" y="-8467"/>
            <a:chExt cx="12192000" cy="6866467"/>
          </a:xfrm>
        </p:grpSpPr>
        <p:sp>
          <p:nvSpPr>
            <p:cNvPr id="210" name="Straight line"/>
            <p:cNvSpPr>
              <a:spLocks/>
            </p:cNvSpPr>
            <p:nvPr/>
          </p:nvSpPr>
          <p:spPr>
            <a:xfrm rot="0">
              <a:off x="9371012" y="0"/>
              <a:ext cx="1219200" cy="6858000"/>
            </a:xfrm>
            <a:prstGeom prst="line"/>
            <a:noFill/>
            <a:ln w="9525" cmpd="sng" cap="flat">
              <a:solidFill>
                <a:srgbClr val="5FCBEF">
                  <a:alpha val="70000"/>
                </a:srgbClr>
              </a:solidFill>
              <a:prstDash val="solid"/>
              <a:round/>
            </a:ln>
          </p:spPr>
        </p:sp>
        <p:sp>
          <p:nvSpPr>
            <p:cNvPr id="211" name="Straight line"/>
            <p:cNvSpPr>
              <a:spLocks/>
            </p:cNvSpPr>
            <p:nvPr/>
          </p:nvSpPr>
          <p:spPr>
            <a:xfrm flipH="1" rot="0">
              <a:off x="7425267" y="3681413"/>
              <a:ext cx="4763559" cy="3176587"/>
            </a:xfrm>
            <a:prstGeom prst="line"/>
            <a:noFill/>
            <a:ln w="9525" cmpd="sng" cap="flat">
              <a:solidFill>
                <a:srgbClr val="5FCBEF">
                  <a:alpha val="70000"/>
                </a:srgbClr>
              </a:solidFill>
              <a:prstDash val="solid"/>
              <a:round/>
            </a:ln>
          </p:spPr>
        </p:sp>
        <p:sp>
          <p:nvSpPr>
            <p:cNvPr id="212" name="曲线"/>
            <p:cNvSpPr>
              <a:spLocks/>
            </p:cNvSpPr>
            <p:nvPr/>
          </p:nvSpPr>
          <p:spPr>
            <a:xfrm rot="0">
              <a:off x="9181476" y="-8467"/>
              <a:ext cx="3007349" cy="6866467"/>
            </a:xfrm>
            <a:custGeom>
              <a:gdLst>
                <a:gd name="T1" fmla="*/ 0 w 21600"/>
                <a:gd name="T2" fmla="*/ 0 h 21600"/>
                <a:gd name="T3" fmla="*/ 21600 w 21600"/>
                <a:gd name="T4" fmla="*/ 21600 h 21600"/>
              </a:gdLst>
              <a:rect l="T1" t="T2" r="T3" b="T4"/>
              <a:pathLst>
                <a:path w="21600" h="21600">
                  <a:moveTo>
                    <a:pt x="14691" y="0"/>
                  </a:moveTo>
                  <a:lnTo>
                    <a:pt x="21600" y="0"/>
                  </a:lnTo>
                  <a:lnTo>
                    <a:pt x="21600" y="21599"/>
                  </a:lnTo>
                  <a:lnTo>
                    <a:pt x="0" y="21599"/>
                  </a:lnTo>
                  <a:lnTo>
                    <a:pt x="14691" y="0"/>
                  </a:lnTo>
                  <a:close/>
                </a:path>
              </a:pathLst>
            </a:custGeom>
            <a:solidFill>
              <a:srgbClr val="5FCBEF">
                <a:alpha val="36000"/>
              </a:srgbClr>
            </a:solidFill>
            <a:ln w="12700" cmpd="sng" cap="flat">
              <a:noFill/>
              <a:prstDash val="solid"/>
              <a:round/>
            </a:ln>
          </p:spPr>
        </p:sp>
        <p:sp>
          <p:nvSpPr>
            <p:cNvPr id="213" name="曲线"/>
            <p:cNvSpPr>
              <a:spLocks/>
            </p:cNvSpPr>
            <p:nvPr/>
          </p:nvSpPr>
          <p:spPr>
            <a:xfrm rot="0">
              <a:off x="9603442" y="-8467"/>
              <a:ext cx="2588558"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0092" y="21599"/>
                  </a:lnTo>
                  <a:lnTo>
                    <a:pt x="0" y="0"/>
                  </a:lnTo>
                  <a:close/>
                </a:path>
              </a:pathLst>
            </a:custGeom>
            <a:solidFill>
              <a:srgbClr val="5FCBEF">
                <a:alpha val="20000"/>
              </a:srgbClr>
            </a:solidFill>
            <a:ln w="12700" cmpd="sng" cap="flat">
              <a:noFill/>
              <a:prstDash val="solid"/>
              <a:round/>
            </a:ln>
          </p:spPr>
        </p:sp>
        <p:sp>
          <p:nvSpPr>
            <p:cNvPr id="214" name="Isosceles triangle"/>
            <p:cNvSpPr>
              <a:spLocks/>
            </p:cNvSpPr>
            <p:nvPr/>
          </p:nvSpPr>
          <p:spPr>
            <a:xfrm rot="0">
              <a:off x="8932333" y="3048000"/>
              <a:ext cx="3259667" cy="3810000"/>
            </a:xfrm>
            <a:prstGeom prst="triangle">
              <a:avLst>
                <a:gd name="adj" fmla="val 100000"/>
              </a:avLst>
            </a:prstGeom>
            <a:solidFill>
              <a:srgbClr val="17B0E4">
                <a:alpha val="66000"/>
              </a:srgbClr>
            </a:solidFill>
            <a:ln w="12700" cmpd="sng" cap="flat">
              <a:noFill/>
              <a:prstDash val="solid"/>
              <a:round/>
            </a:ln>
          </p:spPr>
        </p:sp>
        <p:sp>
          <p:nvSpPr>
            <p:cNvPr id="215" name="曲线"/>
            <p:cNvSpPr>
              <a:spLocks/>
            </p:cNvSpPr>
            <p:nvPr/>
          </p:nvSpPr>
          <p:spPr>
            <a:xfrm rot="0">
              <a:off x="9334500" y="-8467"/>
              <a:ext cx="2854323"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8696" y="21599"/>
                  </a:lnTo>
                  <a:lnTo>
                    <a:pt x="0" y="0"/>
                  </a:lnTo>
                  <a:close/>
                </a:path>
              </a:pathLst>
            </a:custGeom>
            <a:solidFill>
              <a:srgbClr val="17B0E4">
                <a:alpha val="50000"/>
              </a:srgbClr>
            </a:solidFill>
            <a:ln w="12700" cmpd="sng" cap="flat">
              <a:noFill/>
              <a:prstDash val="solid"/>
              <a:round/>
            </a:ln>
          </p:spPr>
        </p:sp>
        <p:sp>
          <p:nvSpPr>
            <p:cNvPr id="216" name="曲线"/>
            <p:cNvSpPr>
              <a:spLocks/>
            </p:cNvSpPr>
            <p:nvPr/>
          </p:nvSpPr>
          <p:spPr>
            <a:xfrm rot="0">
              <a:off x="10898729" y="-8467"/>
              <a:ext cx="1290094" cy="6866467"/>
            </a:xfrm>
            <a:custGeom>
              <a:gdLst>
                <a:gd name="T1" fmla="*/ 0 w 21600"/>
                <a:gd name="T2" fmla="*/ 0 h 21600"/>
                <a:gd name="T3" fmla="*/ 21600 w 21600"/>
                <a:gd name="T4" fmla="*/ 21600 h 21600"/>
              </a:gdLst>
              <a:rect l="T1" t="T2" r="T3" b="T4"/>
              <a:pathLst>
                <a:path w="21600" h="21600">
                  <a:moveTo>
                    <a:pt x="17073" y="0"/>
                  </a:moveTo>
                  <a:lnTo>
                    <a:pt x="21600" y="0"/>
                  </a:lnTo>
                  <a:lnTo>
                    <a:pt x="21600" y="21599"/>
                  </a:lnTo>
                  <a:lnTo>
                    <a:pt x="0" y="21599"/>
                  </a:lnTo>
                  <a:lnTo>
                    <a:pt x="17073" y="0"/>
                  </a:lnTo>
                  <a:close/>
                </a:path>
              </a:pathLst>
            </a:custGeom>
            <a:solidFill>
              <a:srgbClr val="2E83C3">
                <a:alpha val="70000"/>
              </a:srgbClr>
            </a:solidFill>
            <a:ln w="12700" cmpd="sng" cap="flat">
              <a:noFill/>
              <a:prstDash val="solid"/>
              <a:round/>
            </a:ln>
          </p:spPr>
        </p:sp>
        <p:sp>
          <p:nvSpPr>
            <p:cNvPr id="217" name="曲线"/>
            <p:cNvSpPr>
              <a:spLocks/>
            </p:cNvSpPr>
            <p:nvPr/>
          </p:nvSpPr>
          <p:spPr>
            <a:xfrm rot="0">
              <a:off x="10939000" y="-8467"/>
              <a:ext cx="1249824"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9171" y="21599"/>
                  </a:lnTo>
                  <a:lnTo>
                    <a:pt x="0" y="0"/>
                  </a:lnTo>
                  <a:close/>
                </a:path>
              </a:pathLst>
            </a:custGeom>
            <a:solidFill>
              <a:srgbClr val="226292">
                <a:alpha val="80000"/>
              </a:srgbClr>
            </a:solidFill>
            <a:ln w="12700" cmpd="sng" cap="flat">
              <a:noFill/>
              <a:prstDash val="solid"/>
              <a:round/>
            </a:ln>
          </p:spPr>
        </p:sp>
        <p:sp>
          <p:nvSpPr>
            <p:cNvPr id="218" name="Isosceles triangle"/>
            <p:cNvSpPr>
              <a:spLocks/>
            </p:cNvSpPr>
            <p:nvPr/>
          </p:nvSpPr>
          <p:spPr>
            <a:xfrm rot="0">
              <a:off x="10371666" y="3589866"/>
              <a:ext cx="1817159" cy="3268133"/>
            </a:xfrm>
            <a:prstGeom prst="triangle">
              <a:avLst>
                <a:gd name="adj" fmla="val 100000"/>
              </a:avLst>
            </a:prstGeom>
            <a:solidFill>
              <a:srgbClr val="17B0E4">
                <a:alpha val="66000"/>
              </a:srgbClr>
            </a:solidFill>
            <a:ln w="12700" cmpd="sng" cap="flat">
              <a:noFill/>
              <a:prstDash val="solid"/>
              <a:round/>
            </a:ln>
          </p:spPr>
        </p:sp>
        <p:sp>
          <p:nvSpPr>
            <p:cNvPr id="219" name="Isosceles triangle"/>
            <p:cNvSpPr>
              <a:spLocks/>
            </p:cNvSpPr>
            <p:nvPr/>
          </p:nvSpPr>
          <p:spPr>
            <a:xfrm rot="0">
              <a:off x="0" y="4013200"/>
              <a:ext cx="448732" cy="2844800"/>
            </a:xfrm>
            <a:prstGeom prst="triangle">
              <a:avLst>
                <a:gd name="adj" fmla="val 0"/>
              </a:avLst>
            </a:prstGeom>
            <a:solidFill>
              <a:srgbClr val="5FCBEF">
                <a:alpha val="70000"/>
              </a:srgbClr>
            </a:solidFill>
            <a:ln w="12700" cmpd="sng" cap="flat">
              <a:noFill/>
              <a:prstDash val="solid"/>
              <a:round/>
            </a:ln>
          </p:spPr>
        </p:sp>
      </p:grpSp>
      <p:sp>
        <p:nvSpPr>
          <p:cNvPr id="221" name="Rectangle"/>
          <p:cNvSpPr>
            <a:spLocks/>
          </p:cNvSpPr>
          <p:nvPr/>
        </p:nvSpPr>
        <p:spPr>
          <a:xfrm rot="0">
            <a:off x="660396"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{DATE \@ M/d/yyyy|</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9/8/2026</a:t>
            </a:r>
            <a:r>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a:t>
            </a:r>
            <a:endParaRPr lang="zh-CN" altLang="en-US" sz="1100" b="0"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222" name="Rectangle"/>
          <p:cNvSpPr>
            <a:spLocks/>
          </p:cNvSpPr>
          <p:nvPr/>
        </p:nvSpPr>
        <p:spPr>
          <a:xfrm rot="0">
            <a:off x="1445526" y="6378906"/>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chemeClr val="accent2"/>
                </a:solidFill>
                <a:latin typeface="Trebuchet MS" pitchFamily="0" charset="0"/>
                <a:ea typeface="华文新魏" pitchFamily="0" charset="0"/>
                <a:cs typeface="Trebuchet MS" pitchFamily="0" charset="0"/>
              </a:rPr>
              <a:t>Annual Review</a:t>
            </a:r>
            <a:endParaRPr lang="zh-CN" altLang="en-US" sz="1100" b="1"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223" name="Rectangle"/>
          <p:cNvSpPr>
            <a:spLocks/>
          </p:cNvSpPr>
          <p:nvPr/>
        </p:nvSpPr>
        <p:spPr>
          <a:xfrm rot="0">
            <a:off x="8805338"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latinLnBrk="0" hangingPunct="1">
              <a:lnSpc>
                <a:spcPct val="100000"/>
              </a:lnSpc>
              <a:spcBef>
                <a:spcPts val="0"/>
              </a:spcBef>
              <a:spcAft>
                <a:spcPts val="0"/>
              </a:spcAft>
              <a:buNone/>
            </a:pPr>
            <a:fld id="{CAD2D6BD-DE1B-4B5F-8B41-2702339687B9}" type="slidenum">
              <a:rPr lang="en-US" altLang="zh-CN" sz="1100" b="0" i="0" u="none" strike="noStrike" kern="1200" cap="none" spc="0" baseline="0">
                <a:solidFill>
                  <a:schemeClr val="accent4"/>
                </a:solidFill>
                <a:latin typeface="Trebuchet MS" pitchFamily="0" charset="0"/>
                <a:ea typeface="华文新魏" pitchFamily="0" charset="0"/>
                <a:cs typeface="Trebuchet MS" pitchFamily="0" charset="0"/>
              </a:rPr>
              <a:t>&lt;#&gt;</a:t>
            </a:fld>
            <a:endParaRPr lang="zh-CN" altLang="en-US" sz="1100" b="0" i="0" u="none" strike="noStrike" kern="1200" cap="none" spc="0" baseline="0">
              <a:solidFill>
                <a:schemeClr val="accent4"/>
              </a:solidFill>
              <a:latin typeface="Trebuchet MS" pitchFamily="0" charset="0"/>
              <a:ea typeface="华文新魏" pitchFamily="0" charset="0"/>
              <a:cs typeface="Trebuchet MS" pitchFamily="0" charset="0"/>
            </a:endParaRPr>
          </a:p>
        </p:txBody>
      </p:sp>
      <p:sp>
        <p:nvSpPr>
          <p:cNvPr id="224" name="曲线"/>
          <p:cNvSpPr>
            <a:spLocks/>
          </p:cNvSpPr>
          <p:nvPr/>
        </p:nvSpPr>
        <p:spPr>
          <a:xfrm rot="0">
            <a:off x="5353508" y="2555551"/>
            <a:ext cx="1484985" cy="1280158"/>
          </a:xfrm>
          <a:custGeom>
            <a:gdLst>
              <a:gd name="T1" fmla="*/ 0 w 21600"/>
              <a:gd name="T2" fmla="*/ 5529 h 21600"/>
              <a:gd name="T3" fmla="*/ 21600 w 21600"/>
              <a:gd name="T4" fmla="*/ 16071 h 21600"/>
            </a:gdLst>
            <a:rect l="T1" t="T2" r="T3" b="T4"/>
            <a:pathLst>
              <a:path w="21600" h="21600">
                <a:moveTo>
                  <a:pt x="4654" y="0"/>
                </a:moveTo>
                <a:lnTo>
                  <a:pt x="16942" y="0"/>
                </a:lnTo>
                <a:lnTo>
                  <a:pt x="21600" y="10800"/>
                </a:lnTo>
                <a:lnTo>
                  <a:pt x="16942" y="21600"/>
                </a:lnTo>
                <a:lnTo>
                  <a:pt x="4654" y="21600"/>
                </a:lnTo>
                <a:lnTo>
                  <a:pt x="0" y="10800"/>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225" name="曲线"/>
          <p:cNvSpPr>
            <a:spLocks/>
          </p:cNvSpPr>
          <p:nvPr/>
        </p:nvSpPr>
        <p:spPr>
          <a:xfrm rot="0">
            <a:off x="3115920" y="2555551"/>
            <a:ext cx="1484985" cy="1280158"/>
          </a:xfrm>
          <a:custGeom>
            <a:gdLst>
              <a:gd name="T1" fmla="*/ 0 w 21600"/>
              <a:gd name="T2" fmla="*/ 5529 h 21600"/>
              <a:gd name="T3" fmla="*/ 21600 w 21600"/>
              <a:gd name="T4" fmla="*/ 16071 h 21600"/>
            </a:gdLst>
            <a:rect l="T1" t="T2" r="T3" b="T4"/>
            <a:pathLst>
              <a:path w="21600" h="21600">
                <a:moveTo>
                  <a:pt x="4654" y="0"/>
                </a:moveTo>
                <a:lnTo>
                  <a:pt x="16943" y="0"/>
                </a:lnTo>
                <a:lnTo>
                  <a:pt x="21600" y="10800"/>
                </a:lnTo>
                <a:lnTo>
                  <a:pt x="16943" y="21600"/>
                </a:lnTo>
                <a:lnTo>
                  <a:pt x="4654" y="21600"/>
                </a:lnTo>
                <a:lnTo>
                  <a:pt x="0" y="10800"/>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226" name="曲线"/>
          <p:cNvSpPr>
            <a:spLocks/>
          </p:cNvSpPr>
          <p:nvPr/>
        </p:nvSpPr>
        <p:spPr>
          <a:xfrm rot="0">
            <a:off x="7602464" y="2555551"/>
            <a:ext cx="1484985" cy="1280158"/>
          </a:xfrm>
          <a:custGeom>
            <a:gdLst>
              <a:gd name="T1" fmla="*/ 0 w 21600"/>
              <a:gd name="T2" fmla="*/ 5529 h 21600"/>
              <a:gd name="T3" fmla="*/ 21600 w 21600"/>
              <a:gd name="T4" fmla="*/ 16071 h 21600"/>
            </a:gdLst>
            <a:rect l="T1" t="T2" r="T3" b="T4"/>
            <a:pathLst>
              <a:path w="21600" h="21600">
                <a:moveTo>
                  <a:pt x="4654" y="0"/>
                </a:moveTo>
                <a:lnTo>
                  <a:pt x="16942" y="0"/>
                </a:lnTo>
                <a:lnTo>
                  <a:pt x="21600" y="10800"/>
                </a:lnTo>
                <a:lnTo>
                  <a:pt x="16942" y="21600"/>
                </a:lnTo>
                <a:lnTo>
                  <a:pt x="4654" y="21600"/>
                </a:lnTo>
                <a:lnTo>
                  <a:pt x="0" y="10800"/>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227" name="曲线"/>
          <p:cNvSpPr>
            <a:spLocks/>
          </p:cNvSpPr>
          <p:nvPr/>
        </p:nvSpPr>
        <p:spPr>
          <a:xfrm rot="0">
            <a:off x="9840050" y="2555551"/>
            <a:ext cx="1484984" cy="1280158"/>
          </a:xfrm>
          <a:custGeom>
            <a:gdLst>
              <a:gd name="T1" fmla="*/ 0 w 21600"/>
              <a:gd name="T2" fmla="*/ 5529 h 21600"/>
              <a:gd name="T3" fmla="*/ 21600 w 21600"/>
              <a:gd name="T4" fmla="*/ 16071 h 21600"/>
            </a:gdLst>
            <a:rect l="T1" t="T2" r="T3" b="T4"/>
            <a:pathLst>
              <a:path w="21600" h="21600">
                <a:moveTo>
                  <a:pt x="4655" y="0"/>
                </a:moveTo>
                <a:lnTo>
                  <a:pt x="16943" y="0"/>
                </a:lnTo>
                <a:lnTo>
                  <a:pt x="21600" y="10800"/>
                </a:lnTo>
                <a:lnTo>
                  <a:pt x="16943" y="21600"/>
                </a:lnTo>
                <a:lnTo>
                  <a:pt x="4655" y="21600"/>
                </a:lnTo>
                <a:lnTo>
                  <a:pt x="0" y="10800"/>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
        <p:nvSpPr>
          <p:cNvPr id="228" name="Text box"/>
          <p:cNvSpPr>
            <a:spLocks noGrp="1"/>
          </p:cNvSpPr>
          <p:nvPr>
            <p:ph type="title"/>
          </p:nvPr>
        </p:nvSpPr>
        <p:spPr>
          <a:xfrm rot="0">
            <a:off x="431999" y="647699"/>
            <a:ext cx="11340001" cy="700114"/>
          </a:xfrm>
          <a:prstGeom prst="rect"/>
          <a:noFill/>
          <a:ln w="12700" cmpd="sng" cap="flat">
            <a:noFill/>
            <a:prstDash val="solid"/>
            <a:miter/>
          </a:ln>
        </p:spPr>
        <p:txBody>
          <a:bodyPr vert="horz" wrap="square" lIns="91440" tIns="45720" rIns="91440" bIns="45720" anchor="ctr" anchorCtr="0">
            <a:prstTxWarp prst="textNoShape"/>
          </a:bodyPr>
          <a:lstStyle/>
          <a:p>
            <a:pPr algn="ctr"/>
            <a:r>
              <a:rPr lang="en-US" altLang="zh-CN" sz="4800" b="1">
                <a:solidFill>
                  <a:schemeClr val="tx1"/>
                </a:solidFill>
              </a:rPr>
              <a:t>Click to edit Master title style</a:t>
            </a:r>
            <a:endParaRPr lang="zh-CN" altLang="en-US" sz="4800" b="1">
              <a:solidFill>
                <a:schemeClr val="tx1"/>
              </a:solidFill>
            </a:endParaRPr>
          </a:p>
        </p:txBody>
      </p:sp>
      <p:sp>
        <p:nvSpPr>
          <p:cNvPr id="229" name="六边形"/>
          <p:cNvSpPr>
            <a:spLocks/>
          </p:cNvSpPr>
          <p:nvPr/>
        </p:nvSpPr>
        <p:spPr>
          <a:xfrm rot="0">
            <a:off x="546669" y="3467555"/>
            <a:ext cx="458268" cy="395059"/>
          </a:xfrm>
          <a:prstGeom prst="hexagon">
            <a:avLst>
              <a:gd name="adj" fmla="val 28989"/>
              <a:gd name="vf" fmla="val 115470"/>
            </a:avLst>
          </a:prstGeom>
          <a:solidFill>
            <a:schemeClr val="accent1"/>
          </a:solidFill>
          <a:ln w="19050" cmpd="sng" cap="flat">
            <a:noFill/>
            <a:prstDash val="solid"/>
            <a:round/>
          </a:ln>
        </p:spPr>
      </p:sp>
      <p:sp>
        <p:nvSpPr>
          <p:cNvPr id="230" name="六边形"/>
          <p:cNvSpPr>
            <a:spLocks/>
          </p:cNvSpPr>
          <p:nvPr/>
        </p:nvSpPr>
        <p:spPr>
          <a:xfrm rot="0">
            <a:off x="11113338" y="2394722"/>
            <a:ext cx="358391" cy="308958"/>
          </a:xfrm>
          <a:prstGeom prst="hexagon">
            <a:avLst>
              <a:gd name="adj" fmla="val 28989"/>
              <a:gd name="vf" fmla="val 115470"/>
            </a:avLst>
          </a:prstGeom>
          <a:solidFill>
            <a:schemeClr val="accent2"/>
          </a:solidFill>
          <a:ln w="19050" cmpd="sng" cap="flat">
            <a:noFill/>
            <a:prstDash val="solid"/>
            <a:round/>
          </a:ln>
        </p:spPr>
      </p:sp>
      <p:sp>
        <p:nvSpPr>
          <p:cNvPr id="231" name="六边形"/>
          <p:cNvSpPr>
            <a:spLocks/>
          </p:cNvSpPr>
          <p:nvPr/>
        </p:nvSpPr>
        <p:spPr>
          <a:xfrm rot="0">
            <a:off x="10882649" y="2202202"/>
            <a:ext cx="230688" cy="198866"/>
          </a:xfrm>
          <a:prstGeom prst="hexagon">
            <a:avLst>
              <a:gd name="adj" fmla="val 28994"/>
              <a:gd name="vf" fmla="val 115470"/>
            </a:avLst>
          </a:prstGeom>
          <a:solidFill>
            <a:schemeClr val="bg2"/>
          </a:solidFill>
          <a:ln w="19050" cmpd="sng" cap="flat">
            <a:noFill/>
            <a:prstDash val="solid"/>
            <a:round/>
          </a:ln>
        </p:spPr>
      </p:sp>
      <p:sp>
        <p:nvSpPr>
          <p:cNvPr id="232" name="Text box"/>
          <p:cNvSpPr>
            <a:spLocks noGrp="1"/>
          </p:cNvSpPr>
          <p:nvPr>
            <p:ph type="body" idx="10"/>
          </p:nvPr>
        </p:nvSpPr>
        <p:spPr>
          <a:xfrm rot="0">
            <a:off x="546668" y="4172761"/>
            <a:ext cx="2139696"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2000" b="1" kern="1200">
                <a:solidFill>
                  <a:schemeClr val="accent4"/>
                </a:solidFill>
                <a:latin typeface="Trebuchet MS" pitchFamily="0" charset="0"/>
                <a:ea typeface="华文新魏" pitchFamily="0" charset="0"/>
                <a:cs typeface="Trebuchet MS" pitchFamily="0" charset="0"/>
              </a:rPr>
              <a:t>Click to edit Master text styles</a:t>
            </a:r>
            <a:endParaRPr lang="zh-CN" altLang="en-US" sz="2000" b="1" kern="1200">
              <a:solidFill>
                <a:schemeClr val="accent4"/>
              </a:solidFill>
              <a:latin typeface="Trebuchet MS" pitchFamily="0" charset="0"/>
              <a:ea typeface="华文新魏" pitchFamily="0" charset="0"/>
              <a:cs typeface="Trebuchet MS" pitchFamily="0" charset="0"/>
            </a:endParaRPr>
          </a:p>
        </p:txBody>
      </p:sp>
      <p:sp>
        <p:nvSpPr>
          <p:cNvPr id="233" name="Text box"/>
          <p:cNvSpPr>
            <a:spLocks noGrp="1"/>
          </p:cNvSpPr>
          <p:nvPr>
            <p:ph type="body" idx="11"/>
          </p:nvPr>
        </p:nvSpPr>
        <p:spPr>
          <a:xfrm rot="0">
            <a:off x="556692" y="4588259"/>
            <a:ext cx="2139696" cy="344311"/>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1600" kern="1200">
                <a:solidFill>
                  <a:schemeClr val="tx1"/>
                </a:solidFill>
                <a:latin typeface="Trebuchet MS" pitchFamily="0" charset="0"/>
                <a:ea typeface="华文新魏" pitchFamily="0" charset="0"/>
                <a:cs typeface="Trebuchet MS" pitchFamily="0" charset="0"/>
              </a:rPr>
              <a:t>Click to edit Master text styles</a:t>
            </a:r>
            <a:endParaRPr lang="zh-CN" altLang="en-US" sz="1600" kern="1200">
              <a:solidFill>
                <a:schemeClr val="tx1"/>
              </a:solidFill>
              <a:latin typeface="Trebuchet MS" pitchFamily="0" charset="0"/>
              <a:ea typeface="华文新魏" pitchFamily="0" charset="0"/>
              <a:cs typeface="Trebuchet MS" pitchFamily="0" charset="0"/>
            </a:endParaRPr>
          </a:p>
        </p:txBody>
      </p:sp>
      <p:sp>
        <p:nvSpPr>
          <p:cNvPr id="234" name="Text box"/>
          <p:cNvSpPr>
            <a:spLocks noGrp="1"/>
          </p:cNvSpPr>
          <p:nvPr>
            <p:ph type="body" idx="12"/>
          </p:nvPr>
        </p:nvSpPr>
        <p:spPr>
          <a:xfrm rot="0">
            <a:off x="2789482" y="4172761"/>
            <a:ext cx="2139696"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2000" b="1" kern="1200">
                <a:solidFill>
                  <a:schemeClr val="accent4"/>
                </a:solidFill>
                <a:latin typeface="Trebuchet MS" pitchFamily="0" charset="0"/>
                <a:ea typeface="华文新魏" pitchFamily="0" charset="0"/>
                <a:cs typeface="Trebuchet MS" pitchFamily="0" charset="0"/>
              </a:rPr>
              <a:t>Click to edit Master text styles</a:t>
            </a:r>
            <a:endParaRPr lang="zh-CN" altLang="en-US" sz="2000" b="1" kern="1200">
              <a:solidFill>
                <a:schemeClr val="accent4"/>
              </a:solidFill>
              <a:latin typeface="Trebuchet MS" pitchFamily="0" charset="0"/>
              <a:ea typeface="华文新魏" pitchFamily="0" charset="0"/>
              <a:cs typeface="Trebuchet MS" pitchFamily="0" charset="0"/>
            </a:endParaRPr>
          </a:p>
        </p:txBody>
      </p:sp>
      <p:sp>
        <p:nvSpPr>
          <p:cNvPr id="235" name="Text box"/>
          <p:cNvSpPr>
            <a:spLocks noGrp="1"/>
          </p:cNvSpPr>
          <p:nvPr>
            <p:ph type="body" idx="13"/>
          </p:nvPr>
        </p:nvSpPr>
        <p:spPr>
          <a:xfrm rot="0">
            <a:off x="2789483" y="4588259"/>
            <a:ext cx="2139694" cy="344311"/>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1600" kern="1200">
                <a:solidFill>
                  <a:schemeClr val="tx1"/>
                </a:solidFill>
                <a:latin typeface="Trebuchet MS" pitchFamily="0" charset="0"/>
                <a:ea typeface="华文新魏" pitchFamily="0" charset="0"/>
                <a:cs typeface="Trebuchet MS" pitchFamily="0" charset="0"/>
              </a:rPr>
              <a:t>Click to edit Master text styles</a:t>
            </a:r>
            <a:endParaRPr lang="zh-CN" altLang="en-US" sz="1600" kern="1200">
              <a:solidFill>
                <a:schemeClr val="tx1"/>
              </a:solidFill>
              <a:latin typeface="Trebuchet MS" pitchFamily="0" charset="0"/>
              <a:ea typeface="华文新魏" pitchFamily="0" charset="0"/>
              <a:cs typeface="Trebuchet MS" pitchFamily="0" charset="0"/>
            </a:endParaRPr>
          </a:p>
        </p:txBody>
      </p:sp>
      <p:sp>
        <p:nvSpPr>
          <p:cNvPr id="236" name="Text box"/>
          <p:cNvSpPr>
            <a:spLocks noGrp="1"/>
          </p:cNvSpPr>
          <p:nvPr>
            <p:ph type="body" idx="14"/>
          </p:nvPr>
        </p:nvSpPr>
        <p:spPr>
          <a:xfrm rot="0">
            <a:off x="5032296" y="4172761"/>
            <a:ext cx="2139696"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2000" b="1" kern="1200">
                <a:solidFill>
                  <a:schemeClr val="accent4"/>
                </a:solidFill>
                <a:latin typeface="Trebuchet MS" pitchFamily="0" charset="0"/>
                <a:ea typeface="华文新魏" pitchFamily="0" charset="0"/>
                <a:cs typeface="Trebuchet MS" pitchFamily="0" charset="0"/>
              </a:rPr>
              <a:t>Click to edit Master text styles</a:t>
            </a:r>
            <a:endParaRPr lang="zh-CN" altLang="en-US" sz="2000" b="1" kern="1200">
              <a:solidFill>
                <a:schemeClr val="accent4"/>
              </a:solidFill>
              <a:latin typeface="Trebuchet MS" pitchFamily="0" charset="0"/>
              <a:ea typeface="华文新魏" pitchFamily="0" charset="0"/>
              <a:cs typeface="Trebuchet MS" pitchFamily="0" charset="0"/>
            </a:endParaRPr>
          </a:p>
        </p:txBody>
      </p:sp>
      <p:sp>
        <p:nvSpPr>
          <p:cNvPr id="237" name="Text box"/>
          <p:cNvSpPr>
            <a:spLocks noGrp="1"/>
          </p:cNvSpPr>
          <p:nvPr>
            <p:ph type="body" idx="15"/>
          </p:nvPr>
        </p:nvSpPr>
        <p:spPr>
          <a:xfrm rot="0">
            <a:off x="5029201" y="4588259"/>
            <a:ext cx="2139696" cy="344311"/>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1600" kern="1200">
                <a:solidFill>
                  <a:schemeClr val="tx1"/>
                </a:solidFill>
                <a:latin typeface="Trebuchet MS" pitchFamily="0" charset="0"/>
                <a:ea typeface="华文新魏" pitchFamily="0" charset="0"/>
                <a:cs typeface="Trebuchet MS" pitchFamily="0" charset="0"/>
              </a:rPr>
              <a:t>Click to edit Master text styles</a:t>
            </a:r>
            <a:endParaRPr lang="zh-CN" altLang="en-US" sz="1600" kern="1200">
              <a:solidFill>
                <a:schemeClr val="tx1"/>
              </a:solidFill>
              <a:latin typeface="Trebuchet MS" pitchFamily="0" charset="0"/>
              <a:ea typeface="华文新魏" pitchFamily="0" charset="0"/>
              <a:cs typeface="Trebuchet MS" pitchFamily="0" charset="0"/>
            </a:endParaRPr>
          </a:p>
        </p:txBody>
      </p:sp>
      <p:sp>
        <p:nvSpPr>
          <p:cNvPr id="238" name="Text box"/>
          <p:cNvSpPr>
            <a:spLocks noGrp="1"/>
          </p:cNvSpPr>
          <p:nvPr>
            <p:ph type="body" idx="16"/>
          </p:nvPr>
        </p:nvSpPr>
        <p:spPr>
          <a:xfrm rot="0">
            <a:off x="7275109" y="4172761"/>
            <a:ext cx="2139696"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2000" b="1" kern="1200">
                <a:solidFill>
                  <a:schemeClr val="accent4"/>
                </a:solidFill>
                <a:latin typeface="Trebuchet MS" pitchFamily="0" charset="0"/>
                <a:ea typeface="华文新魏" pitchFamily="0" charset="0"/>
                <a:cs typeface="Trebuchet MS" pitchFamily="0" charset="0"/>
              </a:rPr>
              <a:t>Click to edit Master text styles</a:t>
            </a:r>
            <a:endParaRPr lang="zh-CN" altLang="en-US" sz="2000" b="1" kern="1200">
              <a:solidFill>
                <a:schemeClr val="accent4"/>
              </a:solidFill>
              <a:latin typeface="Trebuchet MS" pitchFamily="0" charset="0"/>
              <a:ea typeface="华文新魏" pitchFamily="0" charset="0"/>
              <a:cs typeface="Trebuchet MS" pitchFamily="0" charset="0"/>
            </a:endParaRPr>
          </a:p>
        </p:txBody>
      </p:sp>
      <p:sp>
        <p:nvSpPr>
          <p:cNvPr id="239" name="Text box"/>
          <p:cNvSpPr>
            <a:spLocks noGrp="1"/>
          </p:cNvSpPr>
          <p:nvPr>
            <p:ph type="body" idx="17"/>
          </p:nvPr>
        </p:nvSpPr>
        <p:spPr>
          <a:xfrm rot="0">
            <a:off x="7275111" y="4588259"/>
            <a:ext cx="2139696" cy="344311"/>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1600" kern="1200">
                <a:solidFill>
                  <a:schemeClr val="tx1"/>
                </a:solidFill>
                <a:latin typeface="Trebuchet MS" pitchFamily="0" charset="0"/>
                <a:ea typeface="华文新魏" pitchFamily="0" charset="0"/>
                <a:cs typeface="Trebuchet MS" pitchFamily="0" charset="0"/>
              </a:rPr>
              <a:t>Click to edit Master text styles</a:t>
            </a:r>
            <a:endParaRPr lang="zh-CN" altLang="en-US" sz="1600" kern="1200">
              <a:solidFill>
                <a:schemeClr val="tx1"/>
              </a:solidFill>
              <a:latin typeface="Trebuchet MS" pitchFamily="0" charset="0"/>
              <a:ea typeface="华文新魏" pitchFamily="0" charset="0"/>
              <a:cs typeface="Trebuchet MS" pitchFamily="0" charset="0"/>
            </a:endParaRPr>
          </a:p>
        </p:txBody>
      </p:sp>
      <p:sp>
        <p:nvSpPr>
          <p:cNvPr id="240" name="Text box"/>
          <p:cNvSpPr>
            <a:spLocks noGrp="1"/>
          </p:cNvSpPr>
          <p:nvPr>
            <p:ph type="body" idx="18"/>
          </p:nvPr>
        </p:nvSpPr>
        <p:spPr>
          <a:xfrm rot="0">
            <a:off x="9517923" y="4172761"/>
            <a:ext cx="2139696"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2000" b="1" kern="1200">
                <a:solidFill>
                  <a:schemeClr val="accent4"/>
                </a:solidFill>
                <a:latin typeface="Trebuchet MS" pitchFamily="0" charset="0"/>
                <a:ea typeface="华文新魏" pitchFamily="0" charset="0"/>
                <a:cs typeface="Trebuchet MS" pitchFamily="0" charset="0"/>
              </a:rPr>
              <a:t>Click to edit Master text styles</a:t>
            </a:r>
            <a:endParaRPr lang="zh-CN" altLang="en-US" sz="2000" b="1" kern="1200">
              <a:solidFill>
                <a:schemeClr val="accent4"/>
              </a:solidFill>
              <a:latin typeface="Trebuchet MS" pitchFamily="0" charset="0"/>
              <a:ea typeface="华文新魏" pitchFamily="0" charset="0"/>
              <a:cs typeface="Trebuchet MS" pitchFamily="0" charset="0"/>
            </a:endParaRPr>
          </a:p>
        </p:txBody>
      </p:sp>
      <p:sp>
        <p:nvSpPr>
          <p:cNvPr id="241" name="Text box"/>
          <p:cNvSpPr>
            <a:spLocks noGrp="1"/>
          </p:cNvSpPr>
          <p:nvPr>
            <p:ph type="body" idx="19"/>
          </p:nvPr>
        </p:nvSpPr>
        <p:spPr>
          <a:xfrm rot="0">
            <a:off x="9517923" y="4588259"/>
            <a:ext cx="2139696" cy="344311"/>
          </a:xfrm>
          <a:prstGeom prst="rect"/>
          <a:noFill/>
          <a:ln w="12700" cmpd="sng" cap="flat">
            <a:noFill/>
            <a:prstDash val="solid"/>
            <a:miter/>
          </a:ln>
        </p:spPr>
        <p:txBody>
          <a:bodyPr vert="horz" wrap="square" lIns="91440" tIns="45720" rIns="91440" bIns="45720" anchor="t" anchorCtr="0">
            <a:prstTxWarp prst="textNoShape"/>
          </a:bodyPr>
          <a:lstStyle/>
          <a:p>
            <a:pPr marL="0" indent="0" algn="ctr">
              <a:buNone/>
            </a:pPr>
            <a:r>
              <a:rPr lang="en-US" altLang="zh-CN" sz="1600" kern="1200">
                <a:solidFill>
                  <a:schemeClr val="tx1"/>
                </a:solidFill>
                <a:latin typeface="Trebuchet MS" pitchFamily="0" charset="0"/>
                <a:ea typeface="华文新魏" pitchFamily="0" charset="0"/>
                <a:cs typeface="Trebuchet MS" pitchFamily="0" charset="0"/>
              </a:rPr>
              <a:t>Click to edit Master text styles</a:t>
            </a:r>
            <a:endParaRPr lang="zh-CN" altLang="en-US" sz="1600" kern="1200">
              <a:solidFill>
                <a:schemeClr val="tx1"/>
              </a:solidFill>
              <a:latin typeface="Trebuchet MS" pitchFamily="0" charset="0"/>
              <a:ea typeface="华文新魏" pitchFamily="0" charset="0"/>
              <a:cs typeface="Trebuchet MS" pitchFamily="0" charset="0"/>
            </a:endParaRPr>
          </a:p>
        </p:txBody>
      </p:sp>
      <p:sp>
        <p:nvSpPr>
          <p:cNvPr id="242" name="曲线"/>
          <p:cNvSpPr>
            <a:spLocks/>
          </p:cNvSpPr>
          <p:nvPr/>
        </p:nvSpPr>
        <p:spPr>
          <a:xfrm rot="0">
            <a:off x="878337" y="2555551"/>
            <a:ext cx="1484985" cy="1280158"/>
          </a:xfrm>
          <a:custGeom>
            <a:gdLst>
              <a:gd name="T1" fmla="*/ 0 w 21600"/>
              <a:gd name="T2" fmla="*/ 5529 h 21600"/>
              <a:gd name="T3" fmla="*/ 21600 w 21600"/>
              <a:gd name="T4" fmla="*/ 16071 h 21600"/>
            </a:gdLst>
            <a:rect l="T1" t="T2" r="T3" b="T4"/>
            <a:pathLst>
              <a:path w="21600" h="21600">
                <a:moveTo>
                  <a:pt x="4654" y="0"/>
                </a:moveTo>
                <a:lnTo>
                  <a:pt x="16944" y="0"/>
                </a:lnTo>
                <a:lnTo>
                  <a:pt x="21600" y="10800"/>
                </a:lnTo>
                <a:lnTo>
                  <a:pt x="16944" y="21600"/>
                </a:lnTo>
                <a:lnTo>
                  <a:pt x="4654" y="21600"/>
                </a:lnTo>
                <a:lnTo>
                  <a:pt x="0" y="10800"/>
                </a:lnTo>
                <a:close/>
              </a:path>
            </a:pathLst>
          </a:custGeom>
          <a:noFill/>
          <a:ln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Click icon to add picture</a:t>
            </a:r>
            <a:endParaRPr lang="zh-CN" altLang="en-US" sz="1800" b="0" i="0" u="none" strike="noStrike" kern="1200" cap="none" spc="0" baseline="0">
              <a:solidFill>
                <a:schemeClr val="tx1"/>
              </a:solidFill>
              <a:latin typeface="Droid Sans" pitchFamily="0" charset="0"/>
              <a:ea typeface="宋体" pitchFamily="0" charset="0"/>
              <a:cs typeface="Droid Sans" pitchFamily="0" charset="0"/>
            </a:endParaRPr>
          </a:p>
        </p:txBody>
      </p:sp>
    </p:spTree>
    <p:extLst>
      <p:ext uri="{BB962C8B-B14F-4D97-AF65-F5344CB8AC3E}">
        <p14:creationId xmlns:p14="http://schemas.microsoft.com/office/powerpoint/2010/main" val="1751462339"/>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12" name="Combination"/>
          <p:cNvGrpSpPr>
            <a:grpSpLocks/>
          </p:cNvGrpSpPr>
          <p:nvPr/>
        </p:nvGrpSpPr>
        <p:grpSpPr>
          <a:xfrm>
            <a:off x="0" y="-8467"/>
            <a:ext cx="12192000" cy="6866467"/>
            <a:chOff x="0" y="-8467"/>
            <a:chExt cx="12192000" cy="6866467"/>
          </a:xfrm>
        </p:grpSpPr>
        <p:sp>
          <p:nvSpPr>
            <p:cNvPr id="2" name="Straight line"/>
            <p:cNvSpPr>
              <a:spLocks/>
            </p:cNvSpPr>
            <p:nvPr/>
          </p:nvSpPr>
          <p:spPr>
            <a:xfrm rot="0">
              <a:off x="9371012" y="0"/>
              <a:ext cx="1219200" cy="6858000"/>
            </a:xfrm>
            <a:prstGeom prst="line"/>
            <a:noFill/>
            <a:ln w="9525" cmpd="sng" cap="flat">
              <a:solidFill>
                <a:srgbClr val="5FCBEF">
                  <a:alpha val="70000"/>
                </a:srgbClr>
              </a:solidFill>
              <a:prstDash val="solid"/>
              <a:round/>
            </a:ln>
          </p:spPr>
        </p:sp>
        <p:sp>
          <p:nvSpPr>
            <p:cNvPr id="3" name="Straight line"/>
            <p:cNvSpPr>
              <a:spLocks/>
            </p:cNvSpPr>
            <p:nvPr/>
          </p:nvSpPr>
          <p:spPr>
            <a:xfrm flipH="1" rot="0">
              <a:off x="7425267" y="3681413"/>
              <a:ext cx="4763559" cy="3176587"/>
            </a:xfrm>
            <a:prstGeom prst="line"/>
            <a:noFill/>
            <a:ln w="9525" cmpd="sng" cap="flat">
              <a:solidFill>
                <a:srgbClr val="5FCBEF">
                  <a:alpha val="70000"/>
                </a:srgbClr>
              </a:solidFill>
              <a:prstDash val="solid"/>
              <a:round/>
            </a:ln>
          </p:spPr>
        </p:sp>
        <p:sp>
          <p:nvSpPr>
            <p:cNvPr id="4" name="曲线"/>
            <p:cNvSpPr>
              <a:spLocks/>
            </p:cNvSpPr>
            <p:nvPr/>
          </p:nvSpPr>
          <p:spPr>
            <a:xfrm rot="0">
              <a:off x="9181476" y="-8467"/>
              <a:ext cx="3007349" cy="6866467"/>
            </a:xfrm>
            <a:custGeom>
              <a:gdLst>
                <a:gd name="T1" fmla="*/ 0 w 21600"/>
                <a:gd name="T2" fmla="*/ 0 h 21600"/>
                <a:gd name="T3" fmla="*/ 21600 w 21600"/>
                <a:gd name="T4" fmla="*/ 21600 h 21600"/>
              </a:gdLst>
              <a:rect l="T1" t="T2" r="T3" b="T4"/>
              <a:pathLst>
                <a:path w="21600" h="21600">
                  <a:moveTo>
                    <a:pt x="14691" y="0"/>
                  </a:moveTo>
                  <a:lnTo>
                    <a:pt x="21600" y="0"/>
                  </a:lnTo>
                  <a:lnTo>
                    <a:pt x="21600" y="21599"/>
                  </a:lnTo>
                  <a:lnTo>
                    <a:pt x="0" y="21599"/>
                  </a:lnTo>
                  <a:lnTo>
                    <a:pt x="14691" y="0"/>
                  </a:lnTo>
                  <a:close/>
                </a:path>
              </a:pathLst>
            </a:custGeom>
            <a:solidFill>
              <a:srgbClr val="5FCBEF">
                <a:alpha val="36000"/>
              </a:srgbClr>
            </a:solidFill>
            <a:ln w="12700" cmpd="sng" cap="flat">
              <a:noFill/>
              <a:prstDash val="solid"/>
              <a:round/>
            </a:ln>
          </p:spPr>
        </p:sp>
        <p:sp>
          <p:nvSpPr>
            <p:cNvPr id="5" name="曲线"/>
            <p:cNvSpPr>
              <a:spLocks/>
            </p:cNvSpPr>
            <p:nvPr/>
          </p:nvSpPr>
          <p:spPr>
            <a:xfrm rot="0">
              <a:off x="9603442" y="-8467"/>
              <a:ext cx="2588558"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0092" y="21599"/>
                  </a:lnTo>
                  <a:lnTo>
                    <a:pt x="0" y="0"/>
                  </a:lnTo>
                  <a:close/>
                </a:path>
              </a:pathLst>
            </a:custGeom>
            <a:solidFill>
              <a:srgbClr val="5FCBEF">
                <a:alpha val="20000"/>
              </a:srgbClr>
            </a:solidFill>
            <a:ln w="12700" cmpd="sng" cap="flat">
              <a:noFill/>
              <a:prstDash val="solid"/>
              <a:round/>
            </a:ln>
          </p:spPr>
        </p:sp>
        <p:sp>
          <p:nvSpPr>
            <p:cNvPr id="6" name="Isosceles triangle"/>
            <p:cNvSpPr>
              <a:spLocks/>
            </p:cNvSpPr>
            <p:nvPr/>
          </p:nvSpPr>
          <p:spPr>
            <a:xfrm rot="0">
              <a:off x="8932333" y="3048000"/>
              <a:ext cx="3259667" cy="3810000"/>
            </a:xfrm>
            <a:prstGeom prst="triangle">
              <a:avLst>
                <a:gd name="adj" fmla="val 100000"/>
              </a:avLst>
            </a:prstGeom>
            <a:solidFill>
              <a:srgbClr val="17B0E4">
                <a:alpha val="66000"/>
              </a:srgbClr>
            </a:solidFill>
            <a:ln w="12700" cmpd="sng" cap="flat">
              <a:noFill/>
              <a:prstDash val="solid"/>
              <a:round/>
            </a:ln>
          </p:spPr>
        </p:sp>
        <p:sp>
          <p:nvSpPr>
            <p:cNvPr id="7" name="曲线"/>
            <p:cNvSpPr>
              <a:spLocks/>
            </p:cNvSpPr>
            <p:nvPr/>
          </p:nvSpPr>
          <p:spPr>
            <a:xfrm rot="0">
              <a:off x="9334500" y="-8467"/>
              <a:ext cx="2854323"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8696" y="21599"/>
                  </a:lnTo>
                  <a:lnTo>
                    <a:pt x="0" y="0"/>
                  </a:lnTo>
                  <a:close/>
                </a:path>
              </a:pathLst>
            </a:custGeom>
            <a:solidFill>
              <a:srgbClr val="17B0E4">
                <a:alpha val="50000"/>
              </a:srgbClr>
            </a:solidFill>
            <a:ln w="12700" cmpd="sng" cap="flat">
              <a:noFill/>
              <a:prstDash val="solid"/>
              <a:round/>
            </a:ln>
          </p:spPr>
        </p:sp>
        <p:sp>
          <p:nvSpPr>
            <p:cNvPr id="8" name="曲线"/>
            <p:cNvSpPr>
              <a:spLocks/>
            </p:cNvSpPr>
            <p:nvPr/>
          </p:nvSpPr>
          <p:spPr>
            <a:xfrm rot="0">
              <a:off x="10898729" y="-8467"/>
              <a:ext cx="1290094" cy="6866467"/>
            </a:xfrm>
            <a:custGeom>
              <a:gdLst>
                <a:gd name="T1" fmla="*/ 0 w 21600"/>
                <a:gd name="T2" fmla="*/ 0 h 21600"/>
                <a:gd name="T3" fmla="*/ 21600 w 21600"/>
                <a:gd name="T4" fmla="*/ 21600 h 21600"/>
              </a:gdLst>
              <a:rect l="T1" t="T2" r="T3" b="T4"/>
              <a:pathLst>
                <a:path w="21600" h="21600">
                  <a:moveTo>
                    <a:pt x="17073" y="0"/>
                  </a:moveTo>
                  <a:lnTo>
                    <a:pt x="21600" y="0"/>
                  </a:lnTo>
                  <a:lnTo>
                    <a:pt x="21600" y="21599"/>
                  </a:lnTo>
                  <a:lnTo>
                    <a:pt x="0" y="21599"/>
                  </a:lnTo>
                  <a:lnTo>
                    <a:pt x="17073" y="0"/>
                  </a:lnTo>
                  <a:close/>
                </a:path>
              </a:pathLst>
            </a:custGeom>
            <a:solidFill>
              <a:srgbClr val="2E83C3">
                <a:alpha val="70000"/>
              </a:srgbClr>
            </a:solidFill>
            <a:ln w="12700" cmpd="sng" cap="flat">
              <a:noFill/>
              <a:prstDash val="solid"/>
              <a:round/>
            </a:ln>
          </p:spPr>
        </p:sp>
        <p:sp>
          <p:nvSpPr>
            <p:cNvPr id="9" name="曲线"/>
            <p:cNvSpPr>
              <a:spLocks/>
            </p:cNvSpPr>
            <p:nvPr/>
          </p:nvSpPr>
          <p:spPr>
            <a:xfrm rot="0">
              <a:off x="10939000" y="-8467"/>
              <a:ext cx="1249824" cy="6866467"/>
            </a:xfrm>
            <a:custGeom>
              <a:gdLst>
                <a:gd name="T1" fmla="*/ 0 w 21600"/>
                <a:gd name="T2" fmla="*/ 0 h 21600"/>
                <a:gd name="T3" fmla="*/ 21600 w 21600"/>
                <a:gd name="T4" fmla="*/ 21600 h 21600"/>
              </a:gdLst>
              <a:rect l="T1" t="T2" r="T3" b="T4"/>
              <a:pathLst>
                <a:path w="21600" h="21600">
                  <a:moveTo>
                    <a:pt x="0" y="0"/>
                  </a:moveTo>
                  <a:lnTo>
                    <a:pt x="21600" y="0"/>
                  </a:lnTo>
                  <a:lnTo>
                    <a:pt x="21600" y="21599"/>
                  </a:lnTo>
                  <a:lnTo>
                    <a:pt x="19171" y="21599"/>
                  </a:lnTo>
                  <a:lnTo>
                    <a:pt x="0" y="0"/>
                  </a:lnTo>
                  <a:close/>
                </a:path>
              </a:pathLst>
            </a:custGeom>
            <a:solidFill>
              <a:srgbClr val="226292">
                <a:alpha val="80000"/>
              </a:srgbClr>
            </a:solidFill>
            <a:ln w="12700" cmpd="sng" cap="flat">
              <a:noFill/>
              <a:prstDash val="solid"/>
              <a:round/>
            </a:ln>
          </p:spPr>
        </p:sp>
        <p:sp>
          <p:nvSpPr>
            <p:cNvPr id="10" name="Isosceles triangle"/>
            <p:cNvSpPr>
              <a:spLocks/>
            </p:cNvSpPr>
            <p:nvPr/>
          </p:nvSpPr>
          <p:spPr>
            <a:xfrm rot="0">
              <a:off x="10371666" y="3589866"/>
              <a:ext cx="1817159" cy="3268133"/>
            </a:xfrm>
            <a:prstGeom prst="triangle">
              <a:avLst>
                <a:gd name="adj" fmla="val 100000"/>
              </a:avLst>
            </a:prstGeom>
            <a:solidFill>
              <a:srgbClr val="17B0E4">
                <a:alpha val="66000"/>
              </a:srgbClr>
            </a:solidFill>
            <a:ln w="12700" cmpd="sng" cap="flat">
              <a:noFill/>
              <a:prstDash val="solid"/>
              <a:round/>
            </a:ln>
          </p:spPr>
        </p:sp>
        <p:sp>
          <p:nvSpPr>
            <p:cNvPr id="11" name="Isosceles triangle"/>
            <p:cNvSpPr>
              <a:spLocks/>
            </p:cNvSpPr>
            <p:nvPr/>
          </p:nvSpPr>
          <p:spPr>
            <a:xfrm rot="0">
              <a:off x="0" y="4013200"/>
              <a:ext cx="448732" cy="2844800"/>
            </a:xfrm>
            <a:prstGeom prst="triangle">
              <a:avLst>
                <a:gd name="adj" fmla="val 0"/>
              </a:avLst>
            </a:prstGeom>
            <a:solidFill>
              <a:srgbClr val="5FCBEF">
                <a:alpha val="70000"/>
              </a:srgbClr>
            </a:solidFill>
            <a:ln w="12700" cmpd="sng" cap="flat">
              <a:noFill/>
              <a:prstDash val="solid"/>
              <a:round/>
            </a:ln>
          </p:spPr>
        </p:sp>
      </p:grpSp>
      <p:sp>
        <p:nvSpPr>
          <p:cNvPr id="13" name="Text box"/>
          <p:cNvSpPr>
            <a:spLocks noGrp="1"/>
          </p:cNvSpPr>
          <p:nvPr>
            <p:ph type="title"/>
          </p:nvPr>
        </p:nvSpPr>
        <p:spPr>
          <a:xfrm rot="0">
            <a:off x="677334" y="609600"/>
            <a:ext cx="8596668" cy="1320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title style</a:t>
            </a:r>
            <a:endParaRPr lang="zh-CN" altLang="en-US"/>
          </a:p>
        </p:txBody>
      </p:sp>
      <p:sp>
        <p:nvSpPr>
          <p:cNvPr id="14" name="Text box"/>
          <p:cNvSpPr>
            <a:spLocks noGrp="1"/>
          </p:cNvSpPr>
          <p:nvPr>
            <p:ph type="body" idx="1"/>
          </p:nvPr>
        </p:nvSpPr>
        <p:spPr>
          <a:xfrm rot="0">
            <a:off x="677334" y="2160589"/>
            <a:ext cx="8596668" cy="3880773"/>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5" name="Text box"/>
          <p:cNvSpPr>
            <a:spLocks noGrp="1"/>
          </p:cNvSpPr>
          <p:nvPr>
            <p:ph type="dt" idx="2"/>
          </p:nvPr>
        </p:nvSpPr>
        <p:spPr>
          <a:xfrm rot="0">
            <a:off x="7205133" y="6041362"/>
            <a:ext cx="911939"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datetime1">
              <a:rPr lang="en-US" altLang="zh-CN" sz="900">
                <a:solidFill>
                  <a:srgbClr val="898989"/>
                </a:solidFill>
                <a:latin typeface="Trebuchet MS" pitchFamily="0" charset="0"/>
                <a:ea typeface="华文新魏" pitchFamily="0" charset="0"/>
                <a:cs typeface="Trebuchet MS" pitchFamily="0" charset="0"/>
              </a:rPr>
              <a:t>9/8/2026</a:t>
            </a:fld>
            <a:endParaRPr lang="zh-CN" altLang="en-US" sz="900">
              <a:solidFill>
                <a:srgbClr val="898989"/>
              </a:solidFill>
              <a:latin typeface="Trebuchet MS" pitchFamily="0" charset="0"/>
              <a:ea typeface="华文新魏" pitchFamily="0" charset="0"/>
              <a:cs typeface="Trebuchet MS" pitchFamily="0" charset="0"/>
            </a:endParaRPr>
          </a:p>
        </p:txBody>
      </p:sp>
      <p:sp>
        <p:nvSpPr>
          <p:cNvPr id="16" name="Text box"/>
          <p:cNvSpPr>
            <a:spLocks noGrp="1"/>
          </p:cNvSpPr>
          <p:nvPr>
            <p:ph type="ftr" idx="3"/>
          </p:nvPr>
        </p:nvSpPr>
        <p:spPr>
          <a:xfrm rot="0">
            <a:off x="677334" y="6041362"/>
            <a:ext cx="6297612" cy="365125"/>
          </a:xfrm>
          <a:prstGeom prst="rect"/>
          <a:noFill/>
          <a:ln w="12700" cmpd="sng" cap="flat">
            <a:noFill/>
            <a:prstDash val="solid"/>
            <a:miter/>
          </a:ln>
        </p:spPr>
        <p:txBody>
          <a:bodyPr vert="horz" wrap="square" lIns="91440" tIns="45720" rIns="91440" bIns="45720" anchor="ctr" anchorCtr="0">
            <a:prstTxWarp prst="textNoShape"/>
          </a:bodyPr>
          <a:lstStyle/>
          <a:p>
            <a:pPr algn="l"/>
            <a:endParaRPr lang="zh-CN" altLang="en-US" sz="900">
              <a:solidFill>
                <a:srgbClr val="898989"/>
              </a:solidFill>
              <a:latin typeface="Trebuchet MS" pitchFamily="0" charset="0"/>
              <a:ea typeface="华文新魏" pitchFamily="0" charset="0"/>
              <a:cs typeface="Trebuchet MS" pitchFamily="0" charset="0"/>
            </a:endParaRPr>
          </a:p>
        </p:txBody>
      </p:sp>
      <p:sp>
        <p:nvSpPr>
          <p:cNvPr id="17" name="Text box"/>
          <p:cNvSpPr>
            <a:spLocks noGrp="1"/>
          </p:cNvSpPr>
          <p:nvPr>
            <p:ph type="sldNum" idx="4"/>
          </p:nvPr>
        </p:nvSpPr>
        <p:spPr>
          <a:xfrm rot="0">
            <a:off x="8590663" y="6041362"/>
            <a:ext cx="683339"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900" b="0" i="0" u="none" strike="noStrike" kern="1200" cap="none" spc="0" baseline="0">
                <a:solidFill>
                  <a:schemeClr val="accent1"/>
                </a:solidFill>
                <a:latin typeface="Trebuchet MS" pitchFamily="0" charset="0"/>
                <a:ea typeface="华文新魏" pitchFamily="0" charset="0"/>
                <a:cs typeface="Trebuchet MS" pitchFamily="0" charset="0"/>
              </a:rPr>
              <a:t>&lt;#&gt;</a:t>
            </a:fld>
            <a:endParaRPr lang="zh-CN" altLang="en-US" sz="900">
              <a:solidFill>
                <a:schemeClr val="accent1"/>
              </a:solidFill>
              <a:latin typeface="Trebuchet MS" pitchFamily="0" charset="0"/>
              <a:ea typeface="华文新魏" pitchFamily="0" charset="0"/>
              <a:cs typeface="Trebuchet MS" pitchFamily="0" charset="0"/>
            </a:endParaRPr>
          </a:p>
        </p:txBody>
      </p:sp>
      <p:sp>
        <p:nvSpPr>
          <p:cNvPr id="18" name="Rectangle"/>
          <p:cNvSpPr>
            <a:spLocks/>
          </p:cNvSpPr>
          <p:nvPr/>
        </p:nvSpPr>
        <p:spPr>
          <a:xfrm rot="0">
            <a:off x="660396"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fld id="{CAD2D6BD-DE1B-4B5F-8B41-2702339687B9}" type="datetime1">
              <a:rPr lang="en-US" altLang="zh-CN" sz="1100" b="0" i="0" u="none" strike="noStrike" kern="1200" cap="none" spc="0" baseline="0">
                <a:solidFill>
                  <a:schemeClr val="accent2"/>
                </a:solidFill>
                <a:latin typeface="Trebuchet MS" pitchFamily="0" charset="0"/>
                <a:ea typeface="华文新魏" pitchFamily="0" charset="0"/>
                <a:cs typeface="Trebuchet MS" pitchFamily="0" charset="0"/>
              </a:rPr>
              <a:t>9/8/2026</a:t>
            </a:fld>
            <a:endParaRPr lang="zh-CN" altLang="en-US" sz="1100" b="0"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19" name="Rectangle"/>
          <p:cNvSpPr>
            <a:spLocks/>
          </p:cNvSpPr>
          <p:nvPr/>
        </p:nvSpPr>
        <p:spPr>
          <a:xfrm rot="0">
            <a:off x="1445526" y="6378906"/>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chemeClr val="accent2"/>
                </a:solidFill>
                <a:latin typeface="Trebuchet MS" pitchFamily="0" charset="0"/>
                <a:ea typeface="华文新魏" pitchFamily="0" charset="0"/>
                <a:cs typeface="Trebuchet MS" pitchFamily="0" charset="0"/>
              </a:rPr>
              <a:t>Annual Review</a:t>
            </a:r>
            <a:endParaRPr lang="zh-CN" altLang="en-US" sz="1100" b="1" i="0" u="none" strike="noStrike" kern="1200" cap="none" spc="0" baseline="0">
              <a:solidFill>
                <a:schemeClr val="accent2"/>
              </a:solidFill>
              <a:latin typeface="Trebuchet MS" pitchFamily="0" charset="0"/>
              <a:ea typeface="华文新魏" pitchFamily="0" charset="0"/>
              <a:cs typeface="Trebuchet MS" pitchFamily="0" charset="0"/>
            </a:endParaRPr>
          </a:p>
        </p:txBody>
      </p:sp>
      <p:sp>
        <p:nvSpPr>
          <p:cNvPr id="20" name="Rectangle"/>
          <p:cNvSpPr>
            <a:spLocks/>
          </p:cNvSpPr>
          <p:nvPr/>
        </p:nvSpPr>
        <p:spPr>
          <a:xfrm rot="0">
            <a:off x="8805338" y="6378906"/>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eaLnBrk="1" latinLnBrk="0" hangingPunct="1">
              <a:lnSpc>
                <a:spcPct val="100000"/>
              </a:lnSpc>
              <a:spcBef>
                <a:spcPts val="0"/>
              </a:spcBef>
              <a:spcAft>
                <a:spcPts val="0"/>
              </a:spcAft>
              <a:buNone/>
            </a:pPr>
            <a:fld id="{CAD2D6BD-DE1B-4B5F-8B41-2702339687B9}" type="slidenum">
              <a:rPr lang="en-US" altLang="zh-CN" sz="1100" b="0" i="0" u="none" strike="noStrike" kern="1200" cap="none" spc="0" baseline="0">
                <a:solidFill>
                  <a:schemeClr val="accent4"/>
                </a:solidFill>
                <a:latin typeface="Trebuchet MS" pitchFamily="0" charset="0"/>
                <a:ea typeface="华文新魏" pitchFamily="0" charset="0"/>
                <a:cs typeface="Trebuchet MS" pitchFamily="0" charset="0"/>
              </a:rPr>
              <a:t>&lt;#&gt;</a:t>
            </a:fld>
            <a:endParaRPr lang="zh-CN" altLang="en-US" sz="1100" b="0" i="0" u="none" strike="noStrike" kern="1200" cap="none" spc="0" baseline="0">
              <a:solidFill>
                <a:schemeClr val="accent4"/>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156191162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lvl1pPr algn="l" defTabSz="914400" eaLnBrk="1" fontAlgn="auto" latinLnBrk="0" hangingPunct="1">
        <a:spcBef>
          <a:spcPts val="0"/>
        </a:spcBef>
        <a:buNone/>
        <a:defRPr sz="3600" kern="1200">
          <a:solidFill>
            <a:schemeClr val="accent1"/>
          </a:solidFill>
          <a:latin typeface="Trebuchet MS" pitchFamily="0" charset="0"/>
          <a:ea typeface="方正姚体" pitchFamily="0" charset="0"/>
          <a:cs typeface="Trebuchet MS" pitchFamily="0" charset="0"/>
        </a:defRPr>
      </a:lvl1pPr>
    </p:titleStyle>
    <p:bodyStyle>
      <a:lvl1pPr marL="342900" indent="-342900" algn="l" defTabSz="914400" eaLnBrk="1" fontAlgn="auto" latinLnBrk="0" hangingPunct="1">
        <a:spcBef>
          <a:spcPts val="1000"/>
        </a:spcBef>
        <a:spcAft>
          <a:spcPts val="0"/>
        </a:spcAft>
        <a:buClr>
          <a:schemeClr val="accent1"/>
        </a:buClr>
        <a:buSzPct val="80000"/>
        <a:buFont typeface="Wingdings 3" pitchFamily="0" charset="2"/>
        <a:buChar char=""/>
        <a:defRPr sz="1800" kern="1200">
          <a:solidFill>
            <a:srgbClr val="404040"/>
          </a:solidFill>
          <a:latin typeface="Trebuchet MS" pitchFamily="0" charset="0"/>
          <a:ea typeface="华文新魏" pitchFamily="0" charset="0"/>
          <a:cs typeface="Trebuchet MS" pitchFamily="0" charset="0"/>
        </a:defRPr>
      </a:lvl1pPr>
      <a:lvl2pPr marL="742950" indent="-285750" algn="l" defTabSz="914400" eaLnBrk="1" fontAlgn="auto" latinLnBrk="0" hangingPunct="1">
        <a:spcBef>
          <a:spcPts val="1000"/>
        </a:spcBef>
        <a:spcAft>
          <a:spcPts val="0"/>
        </a:spcAft>
        <a:buClr>
          <a:schemeClr val="accent1"/>
        </a:buClr>
        <a:buSzPct val="80000"/>
        <a:buFont typeface="Wingdings 3" pitchFamily="0" charset="2"/>
        <a:buChar char=""/>
        <a:defRPr sz="1600" kern="1200">
          <a:solidFill>
            <a:srgbClr val="404040"/>
          </a:solidFill>
          <a:latin typeface="Trebuchet MS" pitchFamily="0" charset="0"/>
          <a:ea typeface="华文新魏" pitchFamily="0" charset="0"/>
          <a:cs typeface="Trebuchet MS" pitchFamily="0" charset="0"/>
        </a:defRPr>
      </a:lvl2pPr>
      <a:lvl3pPr marL="1143000" indent="-228600" algn="l" defTabSz="914400" eaLnBrk="1" fontAlgn="auto" latinLnBrk="0" hangingPunct="1">
        <a:spcBef>
          <a:spcPts val="1000"/>
        </a:spcBef>
        <a:spcAft>
          <a:spcPts val="0"/>
        </a:spcAft>
        <a:buClr>
          <a:schemeClr val="accent1"/>
        </a:buClr>
        <a:buSzPct val="80000"/>
        <a:buFont typeface="Wingdings 3" pitchFamily="0" charset="2"/>
        <a:buChar char=""/>
        <a:defRPr sz="1400" kern="1200">
          <a:solidFill>
            <a:srgbClr val="404040"/>
          </a:solidFill>
          <a:latin typeface="Trebuchet MS" pitchFamily="0" charset="0"/>
          <a:ea typeface="华文新魏" pitchFamily="0" charset="0"/>
          <a:cs typeface="Trebuchet MS" pitchFamily="0" charset="0"/>
        </a:defRPr>
      </a:lvl3pPr>
      <a:lvl4pPr marL="16002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4pPr>
      <a:lvl5pPr marL="20574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5pPr>
      <a:lvl6pPr marL="25146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6pPr>
      <a:lvl7pPr marL="29718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7pPr>
      <a:lvl8pPr marL="34290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8pPr>
      <a:lvl9pPr marL="3429000" indent="-228600" algn="l" defTabSz="914400" eaLnBrk="1" fontAlgn="auto" latinLnBrk="0" hangingPunct="1">
        <a:spcBef>
          <a:spcPts val="1000"/>
        </a:spcBef>
        <a:spcAft>
          <a:spcPts val="0"/>
        </a:spcAft>
        <a:buClr>
          <a:schemeClr val="accent1"/>
        </a:buClr>
        <a:buSzPct val="80000"/>
        <a:buFont typeface="Wingdings 3" pitchFamily="0" charset="2"/>
        <a:buChar char=""/>
        <a:defRPr sz="1200" kern="1200">
          <a:solidFill>
            <a:srgbClr val="404040"/>
          </a:solidFill>
          <a:latin typeface="Trebuchet MS" pitchFamily="0" charset="0"/>
          <a:ea typeface="华文新魏" pitchFamily="0" charset="0"/>
          <a:cs typeface="Trebuchet MS"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image" Target="../media/1.jfif"/><Relationship Id="rId3" Type="http://schemas.openxmlformats.org/officeDocument/2006/relationships/slideLayout" Target="../slideLayouts/slideLayout1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3.png"/><Relationship Id="rId3" Type="http://schemas.openxmlformats.org/officeDocument/2006/relationships/slideLayout" Target="../slideLayouts/slideLayout1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4.png"/><Relationship Id="rId2" Type="http://schemas.openxmlformats.org/officeDocument/2006/relationships/slideLayout" Target="../slideLayouts/slideLayout1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5.png"/><Relationship Id="rId3" Type="http://schemas.openxmlformats.org/officeDocument/2006/relationships/slideLayout" Target="../slideLayouts/slideLayout1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6.png"/><Relationship Id="rId3" Type="http://schemas.openxmlformats.org/officeDocument/2006/relationships/slideLayout" Target="../slideLayouts/slideLayout1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7.png"/><Relationship Id="rId3" Type="http://schemas.openxmlformats.org/officeDocument/2006/relationships/image" Target="../media/8.png"/><Relationship Id="rId4" Type="http://schemas.openxmlformats.org/officeDocument/2006/relationships/slideLayout" Target="../slideLayouts/slideLayout1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9.png"/><Relationship Id="rId3" Type="http://schemas.openxmlformats.org/officeDocument/2006/relationships/image" Target="../media/10.png"/><Relationship Id="rId4" Type="http://schemas.openxmlformats.org/officeDocument/2006/relationships/slideLayout" Target="../slideLayouts/slideLayout1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11.png"/><Relationship Id="rId3" Type="http://schemas.openxmlformats.org/officeDocument/2006/relationships/image" Target="../media/12.png"/><Relationship Id="rId4" Type="http://schemas.openxmlformats.org/officeDocument/2006/relationships/slideLayout" Target="../slideLayouts/slideLayout1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13.png"/><Relationship Id="rId3" Type="http://schemas.openxmlformats.org/officeDocument/2006/relationships/image" Target="../media/14.png"/><Relationship Id="rId4" Type="http://schemas.openxmlformats.org/officeDocument/2006/relationships/slideLayout" Target="../slideLayouts/slideLayout1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slideLayout" Target="../slideLayouts/slideLayout1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image" Target="../media/15.png"/><Relationship Id="rId3" Type="http://schemas.openxmlformats.org/officeDocument/2006/relationships/slideLayout" Target="../slideLayouts/slideLayout1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1.jfif"/><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2" name="Text box"/>
          <p:cNvSpPr>
            <a:spLocks noGrp="1"/>
          </p:cNvSpPr>
          <p:nvPr>
            <p:ph type="title"/>
          </p:nvPr>
        </p:nvSpPr>
        <p:spPr>
          <a:xfrm rot="0">
            <a:off x="5315764" y="2285265"/>
            <a:ext cx="4998719" cy="624839"/>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2900" b="0" i="0" u="none" strike="noStrike" kern="1200" cap="none" spc="0" baseline="0">
                <a:solidFill>
                  <a:schemeClr val="tx1"/>
                </a:solidFill>
                <a:latin typeface="Trebuchet MS" pitchFamily="0" charset="0"/>
                <a:ea typeface="方正姚体" pitchFamily="0" charset="0"/>
                <a:cs typeface="Lucida Sans" pitchFamily="0" charset="0"/>
              </a:rPr>
              <a:t>Seasonal Agriculture Performance Analysis</a:t>
            </a:r>
            <a:endParaRPr lang="zh-CN" altLang="en-US" sz="2900" b="0" i="0" u="none" strike="noStrike" kern="1200" cap="none" spc="0" baseline="0">
              <a:solidFill>
                <a:schemeClr val="tx1"/>
              </a:solidFill>
              <a:latin typeface="Trebuchet MS" pitchFamily="0" charset="0"/>
              <a:ea typeface="方正姚体" pitchFamily="0" charset="0"/>
              <a:cs typeface="Lucida Sans" pitchFamily="0" charset="0"/>
            </a:endParaRPr>
          </a:p>
        </p:txBody>
      </p:sp>
      <p:pic>
        <p:nvPicPr>
          <p:cNvPr id="53"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54" name="Rectangle"/>
          <p:cNvSpPr>
            <a:spLocks/>
          </p:cNvSpPr>
          <p:nvPr/>
        </p:nvSpPr>
        <p:spPr>
          <a:xfrm rot="0">
            <a:off x="5319789" y="4576469"/>
            <a:ext cx="3176361" cy="8915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rebuchet MS" pitchFamily="0" charset="0"/>
                <a:ea typeface="华文新魏" pitchFamily="0" charset="0"/>
                <a:cs typeface="Trebuchet MS" pitchFamily="0" charset="0"/>
              </a:rPr>
              <a:t>AICTE STU ID : </a:t>
            </a:r>
            <a:r>
              <a:rPr lang="en-US" altLang="zh-CN" sz="1800" b="1" i="0" u="none" strike="noStrike" kern="1200" cap="none" spc="0" baseline="0">
                <a:solidFill>
                  <a:schemeClr val="tx1"/>
                </a:solidFill>
                <a:latin typeface="Trebuchet MS" pitchFamily="0" charset="0"/>
                <a:ea typeface="华文新魏" pitchFamily="0" charset="0"/>
                <a:cs typeface="Trebuchet MS" pitchFamily="0" charset="0"/>
              </a:rPr>
              <a:t>STU685c284f43f901750870095</a:t>
            </a:r>
            <a:endParaRPr lang="zh-CN" altLang="en-US" sz="1800" b="1"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55" name="Rectangle"/>
          <p:cNvSpPr>
            <a:spLocks/>
          </p:cNvSpPr>
          <p:nvPr/>
        </p:nvSpPr>
        <p:spPr>
          <a:xfrm rot="0">
            <a:off x="5316714" y="3430411"/>
            <a:ext cx="4420558" cy="624838"/>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eaLnBrk="1" fontAlgn="auto" latinLnBrk="0" hangingPunct="1">
              <a:lnSpc>
                <a:spcPct val="100000"/>
              </a:lnSpc>
              <a:spcBef>
                <a:spcPts val="0"/>
              </a:spcBef>
              <a:spcAft>
                <a:spcPts val="0"/>
              </a:spcAft>
              <a:buNone/>
            </a:pPr>
            <a:r>
              <a:rPr lang="en-US" altLang="zh-CN" sz="1800" b="1" i="0" u="none" strike="noStrike" kern="1200" cap="none" spc="0" baseline="0">
                <a:solidFill>
                  <a:schemeClr val="tx1"/>
                </a:solidFill>
                <a:latin typeface="Trebuchet MS" pitchFamily="0" charset="0"/>
                <a:ea typeface="华文新魏" pitchFamily="0" charset="0"/>
                <a:cs typeface="Trebuchet MS" pitchFamily="0" charset="0"/>
              </a:rPr>
              <a:t>Student name - Vinayak Ojha </a:t>
            </a:r>
            <a:endParaRPr lang="en-US" altLang="zh-CN" sz="1800" b="1" i="0" u="none" strike="noStrike" kern="1200" cap="none" spc="0" baseline="0">
              <a:solidFill>
                <a:schemeClr val="tx1"/>
              </a:solidFill>
              <a:latin typeface="Trebuchet MS" pitchFamily="0" charset="0"/>
              <a:ea typeface="华文新魏" pitchFamily="0" charset="0"/>
              <a:cs typeface="Trebuchet MS" pitchFamily="0" charset="0"/>
            </a:endParaRPr>
          </a:p>
          <a:p>
            <a:pPr marL="0" indent="0" algn="l" eaLnBrk="1" fontAlgn="auto" latinLnBrk="0" hangingPunct="1">
              <a:lnSpc>
                <a:spcPct val="100000"/>
              </a:lnSpc>
              <a:spcBef>
                <a:spcPts val="0"/>
              </a:spcBef>
              <a:spcAft>
                <a:spcPts val="0"/>
              </a:spcAft>
              <a:buNone/>
            </a:pPr>
            <a:r>
              <a:rPr lang="en-US" altLang="zh-CN" sz="1800" b="1" i="0" u="none" strike="noStrike" kern="1200" cap="none" spc="0" baseline="0">
                <a:solidFill>
                  <a:schemeClr val="tx1"/>
                </a:solidFill>
                <a:latin typeface="Trebuchet MS" pitchFamily="0" charset="0"/>
                <a:ea typeface="华文新魏" pitchFamily="0" charset="0"/>
                <a:cs typeface="Trebuchet MS" pitchFamily="0" charset="0"/>
              </a:rPr>
              <a:t>College name - Chandigarh University</a:t>
            </a:r>
            <a:endParaRPr lang="zh-CN" altLang="en-US" sz="1800" b="1" i="0" u="none" strike="noStrike" kern="1200" cap="none" spc="0" baseline="0">
              <a:solidFill>
                <a:schemeClr val="tx1"/>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631664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1450">
                                          <p:stCondLst>
                                            <p:cond delay="0"/>
                                          </p:stCondLst>
                                        </p:cTn>
                                        <p:tgtEl>
                                          <p:spTgt spid="52"/>
                                        </p:tgtEl>
                                      </p:cBhvr>
                                    </p:animEffect>
                                    <p:anim calcmode="lin" valueType="num">
                                      <p:cBhvr>
                                        <p:cTn id="8" dur="4555" tmFilter="0,0; 0.14,0.36; 0.43,0.73; 0.71,0.91; 1.0,1.0">
                                          <p:stCondLst>
                                            <p:cond delay="0"/>
                                          </p:stCondLst>
                                        </p:cTn>
                                        <p:tgtEl>
                                          <p:spTgt spid="52"/>
                                        </p:tgtEl>
                                        <p:attrNameLst>
                                          <p:attrName>ppt_x</p:attrName>
                                        </p:attrNameLst>
                                      </p:cBhvr>
                                      <p:tavLst>
                                        <p:tav tm="0">
                                          <p:val>
                                            <p:strVal val="#ppt_x-0.25"/>
                                          </p:val>
                                        </p:tav>
                                        <p:tav tm="100000">
                                          <p:val>
                                            <p:strVal val="#ppt_x"/>
                                          </p:val>
                                        </p:tav>
                                      </p:tavLst>
                                    </p:anim>
                                    <p:anim calcmode="lin" valueType="num">
                                      <p:cBhvr>
                                        <p:cTn id="9" dur="1660" tmFilter="0.0,0.0; 0.25,0.07; 0.50,0.2; 0.75,0.467; 1.0,1.0">
                                          <p:stCondLst>
                                            <p:cond delay="0"/>
                                          </p:stCondLst>
                                        </p:cTn>
                                        <p:tgtEl>
                                          <p:spTgt spid="52"/>
                                        </p:tgtEl>
                                        <p:attrNameLst>
                                          <p:attrName>ppt_y</p:attrName>
                                        </p:attrNameLst>
                                      </p:cBhvr>
                                      <p:tavLst>
                                        <p:tav tm="0" fmla="#ppt_y-sin(pi*$)/3">
                                          <p:val>
                                            <p:fltVal val="0.5"/>
                                          </p:val>
                                        </p:tav>
                                        <p:tav tm="100000">
                                          <p:val>
                                            <p:fltVal val="1"/>
                                          </p:val>
                                        </p:tav>
                                      </p:tavLst>
                                    </p:anim>
                                    <p:anim calcmode="lin" valueType="num">
                                      <p:cBhvr>
                                        <p:cTn id="10" dur="1660" tmFilter="0, 0; 0.125,0.2665; 0.25,0.4; 0.375,0.465; 0.5,0.5;  0.625,0.535; 0.75,0.6; 0.875,0.7335; 1,1">
                                          <p:stCondLst>
                                            <p:cond delay="1660"/>
                                          </p:stCondLst>
                                        </p:cTn>
                                        <p:tgtEl>
                                          <p:spTgt spid="52"/>
                                        </p:tgtEl>
                                        <p:attrNameLst>
                                          <p:attrName>ppt_y</p:attrName>
                                        </p:attrNameLst>
                                      </p:cBhvr>
                                      <p:tavLst>
                                        <p:tav tm="0" fmla="#ppt_y-sin(pi*$)/9">
                                          <p:val>
                                            <p:fltVal val="0"/>
                                          </p:val>
                                        </p:tav>
                                        <p:tav tm="100000">
                                          <p:val>
                                            <p:fltVal val="1"/>
                                          </p:val>
                                        </p:tav>
                                      </p:tavLst>
                                    </p:anim>
                                    <p:anim calcmode="lin" valueType="num">
                                      <p:cBhvr>
                                        <p:cTn id="11" dur="830" tmFilter="0, 0; 0.125,0.2665; 0.25,0.4; 0.375,0.465; 0.5,0.5;  0.625,0.535; 0.75,0.6; 0.875,0.7335; 1,1">
                                          <p:stCondLst>
                                            <p:cond delay="3310"/>
                                          </p:stCondLst>
                                        </p:cTn>
                                        <p:tgtEl>
                                          <p:spTgt spid="52"/>
                                        </p:tgtEl>
                                        <p:attrNameLst>
                                          <p:attrName>ppt_y</p:attrName>
                                        </p:attrNameLst>
                                      </p:cBhvr>
                                      <p:tavLst>
                                        <p:tav tm="0" fmla="#ppt_y-sin(pi*$)/27">
                                          <p:val>
                                            <p:fltVal val="0"/>
                                          </p:val>
                                        </p:tav>
                                        <p:tav tm="100000">
                                          <p:val>
                                            <p:fltVal val="1"/>
                                          </p:val>
                                        </p:tav>
                                      </p:tavLst>
                                    </p:anim>
                                    <p:anim calcmode="lin" valueType="num">
                                      <p:cBhvr>
                                        <p:cTn id="12" dur="410" tmFilter="0, 0; 0.125,0.2665; 0.25,0.4; 0.375,0.465; 0.5,0.5;  0.625,0.535; 0.75,0.6; 0.875,0.7335; 1,1">
                                          <p:stCondLst>
                                            <p:cond delay="4140"/>
                                          </p:stCondLst>
                                        </p:cTn>
                                        <p:tgtEl>
                                          <p:spTgt spid="52"/>
                                        </p:tgtEl>
                                        <p:attrNameLst>
                                          <p:attrName>ppt_y</p:attrName>
                                        </p:attrNameLst>
                                      </p:cBhvr>
                                      <p:tavLst>
                                        <p:tav tm="0" fmla="#ppt_y-sin(pi*$)/81">
                                          <p:val>
                                            <p:fltVal val="0"/>
                                          </p:val>
                                        </p:tav>
                                        <p:tav tm="100000">
                                          <p:val>
                                            <p:fltVal val="1"/>
                                          </p:val>
                                        </p:tav>
                                      </p:tavLst>
                                    </p:anim>
                                    <p:animScale>
                                      <p:cBhvr>
                                        <p:cTn id="13" dur="65">
                                          <p:stCondLst>
                                            <p:cond delay="1625"/>
                                          </p:stCondLst>
                                        </p:cTn>
                                        <p:tgtEl>
                                          <p:spTgt spid="52"/>
                                        </p:tgtEl>
                                      </p:cBhvr>
                                      <p:to x="100000" y="60000"/>
                                    </p:animScale>
                                    <p:animScale>
                                      <p:cBhvr>
                                        <p:cTn id="14" dur="415" decel="50000">
                                          <p:stCondLst>
                                            <p:cond delay="1690"/>
                                          </p:stCondLst>
                                        </p:cTn>
                                        <p:tgtEl>
                                          <p:spTgt spid="52"/>
                                        </p:tgtEl>
                                      </p:cBhvr>
                                      <p:to x="100000" y="100000"/>
                                    </p:animScale>
                                    <p:animScale>
                                      <p:cBhvr>
                                        <p:cTn id="15" dur="65">
                                          <p:stCondLst>
                                            <p:cond delay="3280"/>
                                          </p:stCondLst>
                                        </p:cTn>
                                        <p:tgtEl>
                                          <p:spTgt spid="52"/>
                                        </p:tgtEl>
                                      </p:cBhvr>
                                      <p:to x="100000" y="80000"/>
                                    </p:animScale>
                                    <p:animScale>
                                      <p:cBhvr>
                                        <p:cTn id="16" dur="415" decel="50000">
                                          <p:stCondLst>
                                            <p:cond delay="3345"/>
                                          </p:stCondLst>
                                        </p:cTn>
                                        <p:tgtEl>
                                          <p:spTgt spid="52"/>
                                        </p:tgtEl>
                                      </p:cBhvr>
                                      <p:to x="100000" y="100000"/>
                                    </p:animScale>
                                    <p:animScale>
                                      <p:cBhvr>
                                        <p:cTn id="17" dur="65">
                                          <p:stCondLst>
                                            <p:cond delay="4105"/>
                                          </p:stCondLst>
                                        </p:cTn>
                                        <p:tgtEl>
                                          <p:spTgt spid="52"/>
                                        </p:tgtEl>
                                      </p:cBhvr>
                                      <p:to x="100000" y="90000"/>
                                    </p:animScale>
                                    <p:animScale>
                                      <p:cBhvr>
                                        <p:cTn id="18" dur="415" decel="50000">
                                          <p:stCondLst>
                                            <p:cond delay="4170"/>
                                          </p:stCondLst>
                                        </p:cTn>
                                        <p:tgtEl>
                                          <p:spTgt spid="52"/>
                                        </p:tgtEl>
                                      </p:cBhvr>
                                      <p:to x="100000" y="100000"/>
                                    </p:animScale>
                                    <p:animScale>
                                      <p:cBhvr>
                                        <p:cTn id="19" dur="65">
                                          <p:stCondLst>
                                            <p:cond delay="4520"/>
                                          </p:stCondLst>
                                        </p:cTn>
                                        <p:tgtEl>
                                          <p:spTgt spid="52"/>
                                        </p:tgtEl>
                                      </p:cBhvr>
                                      <p:to x="100000" y="95000"/>
                                    </p:animScale>
                                    <p:animScale>
                                      <p:cBhvr>
                                        <p:cTn id="20" dur="415" decel="50000">
                                          <p:stCondLst>
                                            <p:cond delay="4585"/>
                                          </p:stCondLst>
                                        </p:cTn>
                                        <p:tgtEl>
                                          <p:spTgt spid="5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0" name="Text box"/>
          <p:cNvSpPr>
            <a:spLocks noGrp="1"/>
          </p:cNvSpPr>
          <p:nvPr>
            <p:ph type="body" idx="12"/>
          </p:nvPr>
        </p:nvSpPr>
        <p:spPr>
          <a:xfrm rot="0">
            <a:off x="1046480" y="1875556"/>
            <a:ext cx="6431280" cy="3607987"/>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8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a:t>
            </a: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sp>
        <p:nvSpPr>
          <p:cNvPr id="81" name="Text box"/>
          <p:cNvSpPr>
            <a:spLocks noGrp="1"/>
          </p:cNvSpPr>
          <p:nvPr>
            <p:ph type="title"/>
          </p:nvPr>
        </p:nvSpPr>
        <p:spPr>
          <a:xfrm rot="0">
            <a:off x="754601" y="550417"/>
            <a:ext cx="6995604" cy="790111"/>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300" b="1" i="0" u="none" strike="noStrike" kern="1200" cap="none" spc="0" baseline="0">
                <a:solidFill>
                  <a:schemeClr val="tx1"/>
                </a:solidFill>
                <a:latin typeface="Trebuchet MS" pitchFamily="0" charset="0"/>
                <a:ea typeface="方正姚体" pitchFamily="0" charset="0"/>
                <a:cs typeface="Lucida Sans" pitchFamily="0" charset="0"/>
              </a:rPr>
              <a:t>PROBLEM  STATEMENT</a:t>
            </a:r>
            <a:endParaRPr lang="zh-CN" altLang="en-US" sz="4300" b="1" i="0" u="none" strike="noStrike" kern="1200" cap="none" spc="0" baseline="0">
              <a:solidFill>
                <a:schemeClr val="tx1"/>
              </a:solidFill>
              <a:latin typeface="Trebuchet MS" pitchFamily="0" charset="0"/>
              <a:ea typeface="方正姚体" pitchFamily="0" charset="0"/>
              <a:cs typeface="Lucida Sans" pitchFamily="0" charset="0"/>
            </a:endParaRPr>
          </a:p>
        </p:txBody>
      </p:sp>
      <p:pic>
        <p:nvPicPr>
          <p:cNvPr id="82" name="Image"/>
          <p:cNvPicPr>
            <a:picLocks noChangeAspect="1"/>
          </p:cNvPicPr>
          <p:nvPr/>
        </p:nvPicPr>
        <p:blipFill>
          <a:blip r:embed="rId1" cstate="print"/>
          <a:stretch>
            <a:fillRect/>
          </a:stretch>
        </p:blipFill>
        <p:spPr>
          <a:xfrm rot="0">
            <a:off x="7995683" y="2930834"/>
            <a:ext cx="2760758" cy="3264408"/>
          </a:xfrm>
          <a:prstGeom prst="rect"/>
          <a:noFill/>
          <a:ln w="12700" cmpd="sng" cap="flat">
            <a:noFill/>
            <a:prstDash val="solid"/>
            <a:miter/>
          </a:ln>
        </p:spPr>
      </p:pic>
      <p:pic>
        <p:nvPicPr>
          <p:cNvPr id="83" name="Image"/>
          <p:cNvPicPr>
            <a:picLocks noChangeAspect="1"/>
          </p:cNvPicPr>
          <p:nvPr/>
        </p:nvPicPr>
        <p:blipFill>
          <a:blip r:embed="rId2" cstate="print"/>
          <a:srcRect t="96181"/>
          <a:stretch>
            <a:fillRect/>
          </a:stretch>
        </p:blipFill>
        <p:spPr>
          <a:xfrm rot="0">
            <a:off x="675957" y="6471920"/>
            <a:ext cx="2143125" cy="193038"/>
          </a:xfrm>
          <a:prstGeom prst="rect"/>
          <a:noFill/>
          <a:ln w="12700" cmpd="sng" cap="flat">
            <a:noFill/>
            <a:prstDash val="solid"/>
            <a:miter/>
          </a:ln>
        </p:spPr>
      </p:pic>
    </p:spTree>
    <p:extLst>
      <p:ext uri="{BB962C8B-B14F-4D97-AF65-F5344CB8AC3E}">
        <p14:creationId xmlns:p14="http://schemas.microsoft.com/office/powerpoint/2010/main" val="1912402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p:cTn id="7" dur="500" fill="hold"/>
                                        <p:tgtEl>
                                          <p:spTgt spid="81"/>
                                        </p:tgtEl>
                                        <p:attrNameLst>
                                          <p:attrName>ppt_w</p:attrName>
                                        </p:attrNameLst>
                                      </p:cBhvr>
                                      <p:tavLst>
                                        <p:tav tm="0">
                                          <p:val>
                                            <p:fltVal val="0"/>
                                          </p:val>
                                        </p:tav>
                                        <p:tav tm="100000">
                                          <p:val>
                                            <p:strVal val="#ppt_w"/>
                                          </p:val>
                                        </p:tav>
                                      </p:tavLst>
                                    </p:anim>
                                    <p:anim calcmode="lin" valueType="num">
                                      <p:cBhvr>
                                        <p:cTn id="8" dur="500" fill="hold"/>
                                        <p:tgtEl>
                                          <p:spTgt spid="81"/>
                                        </p:tgtEl>
                                        <p:attrNameLst>
                                          <p:attrName>ppt_h</p:attrName>
                                        </p:attrNameLst>
                                      </p:cBhvr>
                                      <p:tavLst>
                                        <p:tav tm="0">
                                          <p:val>
                                            <p:fltVal val="0"/>
                                          </p:val>
                                        </p:tav>
                                        <p:tav tm="100000">
                                          <p:val>
                                            <p:strVal val="#ppt_h"/>
                                          </p:val>
                                        </p:tav>
                                      </p:tavLst>
                                    </p:anim>
                                    <p:animEffect transition="in" filter="fade">
                                      <p:cBhvr>
                                        <p:cTn id="9" dur="500"/>
                                        <p:tgtEl>
                                          <p:spTgt spid="8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80">
                                            <p:txEl>
                                              <p:pRg st="0" end="0"/>
                                            </p:txEl>
                                          </p:spTgt>
                                        </p:tgtEl>
                                        <p:attrNameLst>
                                          <p:attrName>style.visibility</p:attrName>
                                        </p:attrNameLst>
                                      </p:cBhvr>
                                      <p:to>
                                        <p:strVal val="visible"/>
                                      </p:to>
                                    </p:set>
                                    <p:animEffect transition="in" filter="fade">
                                      <p:cBhvr>
                                        <p:cTn id="14" dur="1000"/>
                                        <p:tgtEl>
                                          <p:spTgt spid="80">
                                            <p:txEl>
                                              <p:pRg st="0" end="0"/>
                                            </p:txEl>
                                          </p:spTgt>
                                        </p:tgtEl>
                                      </p:cBhvr>
                                    </p:animEffect>
                                    <p:anim calcmode="lin" valueType="num">
                                      <p:cBhvr>
                                        <p:cTn id="15" dur="1000" fill="hold"/>
                                        <p:tgtEl>
                                          <p:spTgt spid="8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2F2F2"/>
        </a:solidFill>
      </p:bgPr>
    </p:bg>
    <p:spTree>
      <p:nvGrpSpPr>
        <p:cNvPr id="1" name=""/>
        <p:cNvGrpSpPr/>
        <p:nvPr/>
      </p:nvGrpSpPr>
      <p:grpSpPr>
        <a:xfrm>
          <a:off x="0" y="0"/>
          <a:ext cx="0" cy="0"/>
          <a:chOff x="0" y="0"/>
          <a:chExt cx="0" cy="0"/>
        </a:xfrm>
      </p:grpSpPr>
      <p:sp>
        <p:nvSpPr>
          <p:cNvPr id="88" name="Text box"/>
          <p:cNvSpPr>
            <a:spLocks noGrp="1"/>
          </p:cNvSpPr>
          <p:nvPr>
            <p:ph type="title"/>
          </p:nvPr>
        </p:nvSpPr>
        <p:spPr>
          <a:xfrm rot="0">
            <a:off x="198407" y="151447"/>
            <a:ext cx="6798485" cy="78219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300" b="1" i="0" u="none" strike="noStrike" kern="1200" cap="none" spc="0" baseline="0">
                <a:solidFill>
                  <a:schemeClr val="tx1"/>
                </a:solidFill>
                <a:latin typeface="Trebuchet MS" pitchFamily="0" charset="0"/>
                <a:ea typeface="方正姚体" pitchFamily="0" charset="0"/>
                <a:cs typeface="Lucida Sans" pitchFamily="0" charset="0"/>
              </a:rPr>
              <a:t>PROJECT DESCRIPTION</a:t>
            </a:r>
            <a:endParaRPr lang="zh-CN" altLang="en-US" sz="4300" b="1" i="0" u="none" strike="noStrike" kern="1200" cap="none" spc="0" baseline="0">
              <a:solidFill>
                <a:schemeClr val="tx1"/>
              </a:solidFill>
              <a:latin typeface="Trebuchet MS" pitchFamily="0" charset="0"/>
              <a:ea typeface="方正姚体" pitchFamily="0" charset="0"/>
              <a:cs typeface="Lucida Sans" pitchFamily="0" charset="0"/>
            </a:endParaRPr>
          </a:p>
        </p:txBody>
      </p:sp>
      <p:pic>
        <p:nvPicPr>
          <p:cNvPr id="89"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pic>
        <p:nvPicPr>
          <p:cNvPr id="90" name="Image"/>
          <p:cNvPicPr>
            <a:picLocks noChangeAspect="1"/>
          </p:cNvPicPr>
          <p:nvPr/>
        </p:nvPicPr>
        <p:blipFill>
          <a:blip r:embed="rId2" cstate="print"/>
          <a:stretch>
            <a:fillRect/>
          </a:stretch>
        </p:blipFill>
        <p:spPr>
          <a:xfrm rot="0">
            <a:off x="467359" y="6410460"/>
            <a:ext cx="3706251" cy="296090"/>
          </a:xfrm>
          <a:prstGeom prst="rect"/>
          <a:noFill/>
          <a:ln w="12700" cmpd="sng" cap="flat">
            <a:noFill/>
            <a:prstDash val="solid"/>
            <a:miter/>
          </a:ln>
        </p:spPr>
      </p:pic>
      <p:sp>
        <p:nvSpPr>
          <p:cNvPr id="91" name="Rectangle"/>
          <p:cNvSpPr>
            <a:spLocks/>
          </p:cNvSpPr>
          <p:nvPr/>
        </p:nvSpPr>
        <p:spPr>
          <a:xfrm rot="0">
            <a:off x="467359" y="1287732"/>
            <a:ext cx="5738962" cy="3291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rebuchet MS" pitchFamily="0" charset="0"/>
                <a:ea typeface="华文新魏" pitchFamily="0" charset="0"/>
                <a:cs typeface="Trebuchet MS" pitchFamily="0" charset="0"/>
              </a:rPr>
              <a:t>This project analyzes a farm-level agricultural dataset of 4,000 records across 8 Indian states to understand how crop yield, profitability, resource usage (water, fertilizer) and risk vary across the Kharif, Rabi and Zaid seasons. Using Python (Pandas, Matplotlib, Seaborn, SciPy), the data was cleaned, explored and statistically tested (ANOVA) to confirm seasonal differences, and correlation analysis was used to identify the key drivers of yield and profit. The final output is a documented Jupyter Notebook with visualizations and evidence-based recommendations to support seasonal agricultural planning.</a:t>
            </a:r>
            <a:endParaRPr lang="zh-CN" altLang="en-US" sz="1800" b="0" i="0" u="none" strike="noStrike" kern="1200" cap="none" spc="0" baseline="0">
              <a:solidFill>
                <a:schemeClr val="tx1"/>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711884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p:cTn id="7" dur="500" fill="hold"/>
                                        <p:tgtEl>
                                          <p:spTgt spid="88"/>
                                        </p:tgtEl>
                                        <p:attrNameLst>
                                          <p:attrName>ppt_w</p:attrName>
                                        </p:attrNameLst>
                                      </p:cBhvr>
                                      <p:tavLst>
                                        <p:tav tm="0">
                                          <p:val>
                                            <p:fltVal val="0"/>
                                          </p:val>
                                        </p:tav>
                                        <p:tav tm="100000">
                                          <p:val>
                                            <p:strVal val="#ppt_w"/>
                                          </p:val>
                                        </p:tav>
                                      </p:tavLst>
                                    </p:anim>
                                    <p:anim calcmode="lin" valueType="num">
                                      <p:cBhvr>
                                        <p:cTn id="8" dur="500" fill="hold"/>
                                        <p:tgtEl>
                                          <p:spTgt spid="88"/>
                                        </p:tgtEl>
                                        <p:attrNameLst>
                                          <p:attrName>ppt_h</p:attrName>
                                        </p:attrNameLst>
                                      </p:cBhvr>
                                      <p:tavLst>
                                        <p:tav tm="0">
                                          <p:val>
                                            <p:fltVal val="0"/>
                                          </p:val>
                                        </p:tav>
                                        <p:tav tm="100000">
                                          <p:val>
                                            <p:strVal val="#ppt_h"/>
                                          </p:val>
                                        </p:tav>
                                      </p:tavLst>
                                    </p:anim>
                                    <p:animEffect transition="in" filter="fade">
                                      <p:cBhvr>
                                        <p:cTn id="9"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6" name="Text box"/>
          <p:cNvSpPr>
            <a:spLocks noGrp="1"/>
          </p:cNvSpPr>
          <p:nvPr>
            <p:ph type="body" idx="12"/>
          </p:nvPr>
        </p:nvSpPr>
        <p:spPr>
          <a:xfrm rot="0">
            <a:off x="721359" y="1991359"/>
            <a:ext cx="7904481" cy="399002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0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Farmers planning seasonal crop and irrigation strategy</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0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Agricultural extension officers and state agriculture departments</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0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Agri-business and supply chain planners</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0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Policy makers designing seasonal subsidy/support schemes</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0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Researchers and students studying agricultural data analytics</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sp>
        <p:nvSpPr>
          <p:cNvPr id="97" name="Text box"/>
          <p:cNvSpPr>
            <a:spLocks noGrp="1"/>
          </p:cNvSpPr>
          <p:nvPr>
            <p:ph type="title"/>
          </p:nvPr>
        </p:nvSpPr>
        <p:spPr>
          <a:xfrm rot="0">
            <a:off x="620008" y="876617"/>
            <a:ext cx="10046070" cy="80264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tx1"/>
                </a:solidFill>
                <a:latin typeface="Trebuchet MS" pitchFamily="0" charset="0"/>
                <a:ea typeface="方正姚体" pitchFamily="0" charset="0"/>
                <a:cs typeface="Lucida Sans" pitchFamily="0" charset="0"/>
              </a:rPr>
              <a:t>WHO ARE THE END USERS?</a:t>
            </a:r>
            <a:endParaRPr lang="zh-CN" altLang="en-US" sz="2000" b="1" i="0" u="none" strike="noStrike" kern="1200" cap="none" spc="0" baseline="0">
              <a:solidFill>
                <a:schemeClr val="tx1"/>
              </a:solidFill>
              <a:latin typeface="Trebuchet MS" pitchFamily="0" charset="0"/>
              <a:ea typeface="方正姚体" pitchFamily="0" charset="0"/>
              <a:cs typeface="Lucida Sans" pitchFamily="0" charset="0"/>
            </a:endParaRPr>
          </a:p>
        </p:txBody>
      </p:sp>
      <p:pic>
        <p:nvPicPr>
          <p:cNvPr id="98" name="Image"/>
          <p:cNvPicPr>
            <a:picLocks noChangeAspect="1"/>
          </p:cNvPicPr>
          <p:nvPr/>
        </p:nvPicPr>
        <p:blipFill>
          <a:blip r:embed="rId1" cstate="print"/>
          <a:stretch>
            <a:fillRect/>
          </a:stretch>
        </p:blipFill>
        <p:spPr>
          <a:xfrm rot="0">
            <a:off x="721359" y="6176804"/>
            <a:ext cx="2181225" cy="485775"/>
          </a:xfrm>
          <a:prstGeom prst="rect"/>
          <a:noFill/>
          <a:ln w="12700" cmpd="sng" cap="flat">
            <a:noFill/>
            <a:prstDash val="solid"/>
            <a:miter/>
          </a:ln>
        </p:spPr>
      </p:pic>
    </p:spTree>
    <p:extLst>
      <p:ext uri="{BB962C8B-B14F-4D97-AF65-F5344CB8AC3E}">
        <p14:creationId xmlns:p14="http://schemas.microsoft.com/office/powerpoint/2010/main" val="1376677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p:cTn id="7" dur="500" fill="hold"/>
                                        <p:tgtEl>
                                          <p:spTgt spid="97"/>
                                        </p:tgtEl>
                                        <p:attrNameLst>
                                          <p:attrName>ppt_w</p:attrName>
                                        </p:attrNameLst>
                                      </p:cBhvr>
                                      <p:tavLst>
                                        <p:tav tm="0">
                                          <p:val>
                                            <p:fltVal val="0"/>
                                          </p:val>
                                        </p:tav>
                                        <p:tav tm="100000">
                                          <p:val>
                                            <p:strVal val="#ppt_w"/>
                                          </p:val>
                                        </p:tav>
                                      </p:tavLst>
                                    </p:anim>
                                    <p:anim calcmode="lin" valueType="num">
                                      <p:cBhvr>
                                        <p:cTn id="8" dur="500" fill="hold"/>
                                        <p:tgtEl>
                                          <p:spTgt spid="97"/>
                                        </p:tgtEl>
                                        <p:attrNameLst>
                                          <p:attrName>ppt_h</p:attrName>
                                        </p:attrNameLst>
                                      </p:cBhvr>
                                      <p:tavLst>
                                        <p:tav tm="0">
                                          <p:val>
                                            <p:fltVal val="0"/>
                                          </p:val>
                                        </p:tav>
                                        <p:tav tm="100000">
                                          <p:val>
                                            <p:strVal val="#ppt_h"/>
                                          </p:val>
                                        </p:tav>
                                      </p:tavLst>
                                    </p:anim>
                                    <p:animEffect transition="in" filter="fade">
                                      <p:cBhvr>
                                        <p:cTn id="9" dur="500"/>
                                        <p:tgtEl>
                                          <p:spTgt spid="9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96">
                                            <p:txEl>
                                              <p:pRg st="0" end="0"/>
                                            </p:txEl>
                                          </p:spTgt>
                                        </p:tgtEl>
                                        <p:attrNameLst>
                                          <p:attrName>style.visibility</p:attrName>
                                        </p:attrNameLst>
                                      </p:cBhvr>
                                      <p:to>
                                        <p:strVal val="visible"/>
                                      </p:to>
                                    </p:set>
                                    <p:animEffect transition="in" filter="fade">
                                      <p:cBhvr>
                                        <p:cTn id="14" dur="1000"/>
                                        <p:tgtEl>
                                          <p:spTgt spid="96">
                                            <p:txEl>
                                              <p:pRg st="0" end="0"/>
                                            </p:txEl>
                                          </p:spTgt>
                                        </p:tgtEl>
                                      </p:cBhvr>
                                    </p:animEffect>
                                    <p:anim calcmode="lin" valueType="num">
                                      <p:cBhvr>
                                        <p:cTn id="15" dur="1000" fill="hold"/>
                                        <p:tgtEl>
                                          <p:spTgt spid="9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2F2F2"/>
        </a:solidFill>
      </p:bgPr>
    </p:bg>
    <p:spTree>
      <p:nvGrpSpPr>
        <p:cNvPr id="1" name=""/>
        <p:cNvGrpSpPr/>
        <p:nvPr/>
      </p:nvGrpSpPr>
      <p:grpSpPr>
        <a:xfrm>
          <a:off x="0" y="0"/>
          <a:ext cx="0" cy="0"/>
          <a:chOff x="0" y="0"/>
          <a:chExt cx="0" cy="0"/>
        </a:xfrm>
      </p:grpSpPr>
      <p:pic>
        <p:nvPicPr>
          <p:cNvPr id="123" name="Image"/>
          <p:cNvPicPr>
            <a:picLocks noChangeAspect="1"/>
          </p:cNvPicPr>
          <p:nvPr/>
        </p:nvPicPr>
        <p:blipFill>
          <a:blip r:embed="rId1" cstate="print"/>
          <a:stretch>
            <a:fillRect/>
          </a:stretch>
        </p:blipFill>
        <p:spPr>
          <a:xfrm rot="0">
            <a:off x="467359" y="6410460"/>
            <a:ext cx="3706251" cy="296090"/>
          </a:xfrm>
          <a:prstGeom prst="rect"/>
          <a:noFill/>
          <a:ln w="12700" cmpd="sng" cap="flat">
            <a:noFill/>
            <a:prstDash val="solid"/>
            <a:miter/>
          </a:ln>
        </p:spPr>
      </p:pic>
      <p:pic>
        <p:nvPicPr>
          <p:cNvPr id="124" name="Image"/>
          <p:cNvPicPr>
            <a:picLocks noChangeAspect="1"/>
          </p:cNvPicPr>
          <p:nvPr/>
        </p:nvPicPr>
        <p:blipFill>
          <a:blip r:embed="rId2" cstate="print"/>
          <a:stretch>
            <a:fillRect/>
          </a:stretch>
        </p:blipFill>
        <p:spPr>
          <a:xfrm flipH="1" rot="0">
            <a:off x="50800" y="3820159"/>
            <a:ext cx="1727200" cy="3010023"/>
          </a:xfrm>
          <a:prstGeom prst="rect"/>
          <a:noFill/>
          <a:ln w="12700" cmpd="sng" cap="flat">
            <a:noFill/>
            <a:prstDash val="solid"/>
            <a:miter/>
          </a:ln>
        </p:spPr>
      </p:pic>
      <p:sp>
        <p:nvSpPr>
          <p:cNvPr id="125" name="Text box"/>
          <p:cNvSpPr>
            <a:spLocks noGrp="1"/>
          </p:cNvSpPr>
          <p:nvPr>
            <p:ph type="body" idx="12"/>
          </p:nvPr>
        </p:nvSpPr>
        <p:spPr>
          <a:xfrm rot="0">
            <a:off x="390617" y="1432560"/>
            <a:ext cx="9027703" cy="5243447"/>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Python 3</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Pandas &amp; NumPy – data cleaning and manipulation</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Matplotlib &amp; Seaborn – data visualization</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SciPy – statistical testing (ANOVA)</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Jupyter Notebook – analysis documentation</a:t>
            </a:r>
            <a:endParaRPr lang="en-US" altLang="zh-CN" sz="2000" b="0" i="0" u="none" strike="noStrike" kern="1200" cap="none" spc="0" baseline="0">
              <a:solidFill>
                <a:srgbClr val="404040"/>
              </a:solidFill>
              <a:latin typeface="Trebuchet MS" pitchFamily="0" charset="0"/>
              <a:ea typeface="华文新魏" pitchFamily="0" charset="0"/>
              <a:cs typeface="Lucida Sans" pitchFamily="0" charset="0"/>
            </a:endParaRPr>
          </a:p>
          <a:p>
            <a:pPr marL="342900" indent="-342900" algn="l">
              <a:lnSpc>
                <a:spcPct val="150000"/>
              </a:lnSpc>
              <a:spcBef>
                <a:spcPts val="1000"/>
              </a:spcBef>
              <a:spcAft>
                <a:spcPts val="0"/>
              </a:spcAft>
              <a:buClr>
                <a:schemeClr val="accent4"/>
              </a:buClr>
              <a:buSzPct val="80000"/>
              <a:buFont typeface="Wingdings" pitchFamily="2" charset="2"/>
              <a:buChar char="§"/>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GitHub – version control and submission</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sp>
        <p:nvSpPr>
          <p:cNvPr id="126" name="Text box"/>
          <p:cNvSpPr>
            <a:spLocks noGrp="1"/>
          </p:cNvSpPr>
          <p:nvPr>
            <p:ph type="title"/>
          </p:nvPr>
        </p:nvSpPr>
        <p:spPr>
          <a:xfrm rot="0">
            <a:off x="660399" y="430567"/>
            <a:ext cx="5306291" cy="847817"/>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Technology Used</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Tree>
    <p:extLst>
      <p:ext uri="{BB962C8B-B14F-4D97-AF65-F5344CB8AC3E}">
        <p14:creationId xmlns:p14="http://schemas.microsoft.com/office/powerpoint/2010/main" val="1423924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 calcmode="lin" valueType="num">
                                      <p:cBhvr>
                                        <p:cTn id="7" dur="500" fill="hold"/>
                                        <p:tgtEl>
                                          <p:spTgt spid="126"/>
                                        </p:tgtEl>
                                        <p:attrNameLst>
                                          <p:attrName>ppt_w</p:attrName>
                                        </p:attrNameLst>
                                      </p:cBhvr>
                                      <p:tavLst>
                                        <p:tav tm="0">
                                          <p:val>
                                            <p:fltVal val="0"/>
                                          </p:val>
                                        </p:tav>
                                        <p:tav tm="100000">
                                          <p:val>
                                            <p:strVal val="#ppt_w"/>
                                          </p:val>
                                        </p:tav>
                                      </p:tavLst>
                                    </p:anim>
                                    <p:anim calcmode="lin" valueType="num">
                                      <p:cBhvr>
                                        <p:cTn id="8" dur="500" fill="hold"/>
                                        <p:tgtEl>
                                          <p:spTgt spid="126"/>
                                        </p:tgtEl>
                                        <p:attrNameLst>
                                          <p:attrName>ppt_h</p:attrName>
                                        </p:attrNameLst>
                                      </p:cBhvr>
                                      <p:tavLst>
                                        <p:tav tm="0">
                                          <p:val>
                                            <p:fltVal val="0"/>
                                          </p:val>
                                        </p:tav>
                                        <p:tav tm="100000">
                                          <p:val>
                                            <p:strVal val="#ppt_h"/>
                                          </p:val>
                                        </p:tav>
                                      </p:tavLst>
                                    </p:anim>
                                    <p:animEffect transition="in" filter="fade">
                                      <p:cBhvr>
                                        <p:cTn id="9" dur="500"/>
                                        <p:tgtEl>
                                          <p:spTgt spid="12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25">
                                            <p:txEl>
                                              <p:pRg st="0" end="0"/>
                                            </p:txEl>
                                          </p:spTgt>
                                        </p:tgtEl>
                                        <p:attrNameLst>
                                          <p:attrName>style.visibility</p:attrName>
                                        </p:attrNameLst>
                                      </p:cBhvr>
                                      <p:to>
                                        <p:strVal val="visible"/>
                                      </p:to>
                                    </p:set>
                                    <p:animEffect transition="in" filter="fade">
                                      <p:cBhvr>
                                        <p:cTn id="14" dur="1000"/>
                                        <p:tgtEl>
                                          <p:spTgt spid="125">
                                            <p:txEl>
                                              <p:pRg st="0" end="0"/>
                                            </p:txEl>
                                          </p:spTgt>
                                        </p:tgtEl>
                                      </p:cBhvr>
                                    </p:animEffect>
                                    <p:anim calcmode="lin" valueType="num">
                                      <p:cBhvr>
                                        <p:cTn id="15" dur="1000" fill="hold"/>
                                        <p:tgtEl>
                                          <p:spTgt spid="12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32"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33" name="Text box"/>
          <p:cNvSpPr>
            <a:spLocks noGrp="1"/>
          </p:cNvSpPr>
          <p:nvPr>
            <p:ph type="title"/>
          </p:nvPr>
        </p:nvSpPr>
        <p:spPr>
          <a:xfrm rot="0">
            <a:off x="675957" y="370589"/>
            <a:ext cx="2981643"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RESULTS </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34" name="Rectangle"/>
          <p:cNvSpPr>
            <a:spLocks/>
          </p:cNvSpPr>
          <p:nvPr/>
        </p:nvSpPr>
        <p:spPr>
          <a:xfrm rot="0">
            <a:off x="320982" y="1275371"/>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Average Yield &amp; Profit by Season</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35" name="Rectangle"/>
          <p:cNvSpPr>
            <a:spLocks/>
          </p:cNvSpPr>
          <p:nvPr/>
        </p:nvSpPr>
        <p:spPr>
          <a:xfrm rot="0">
            <a:off x="4345694" y="1275371"/>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80000"/>
              </a:lnSpc>
              <a:spcBef>
                <a:spcPts val="1000"/>
              </a:spcBef>
              <a:spcAft>
                <a:spcPts val="0"/>
              </a:spcAft>
              <a:buNone/>
            </a:pPr>
            <a:r>
              <a:rPr lang="en-US" altLang="zh-CN" sz="1200" b="0" i="0" u="none" strike="noStrike" kern="1200" cap="none" spc="0" baseline="0">
                <a:solidFill>
                  <a:schemeClr val="tx1"/>
                </a:solidFill>
                <a:latin typeface="Trebuchet MS" pitchFamily="0" charset="0"/>
                <a:ea typeface="华文新魏" pitchFamily="0" charset="0"/>
                <a:cs typeface="Trebuchet MS" pitchFamily="0" charset="0"/>
              </a:rPr>
              <a:t>Kharif shows the highest average yield (2.26 t/ha) and profit (₹1.79L); Zaid records the lowest yield and a negative average profit.</a:t>
            </a:r>
            <a:endParaRPr lang="zh-CN" altLang="en-US" sz="1200" b="0" i="0" u="none" strike="noStrike" kern="1200" cap="none" spc="0" baseline="0">
              <a:solidFill>
                <a:schemeClr val="tx1"/>
              </a:solidFill>
              <a:latin typeface="Trebuchet MS" pitchFamily="0" charset="0"/>
              <a:ea typeface="华文新魏" pitchFamily="0" charset="0"/>
              <a:cs typeface="Trebuchet MS" pitchFamily="0" charset="0"/>
            </a:endParaRPr>
          </a:p>
        </p:txBody>
      </p:sp>
      <p:pic>
        <p:nvPicPr>
          <p:cNvPr id="136" name="Image" descr="01_yield_profit_by_season.png"/>
          <p:cNvPicPr>
            <a:picLocks noChangeAspect="1"/>
          </p:cNvPicPr>
          <p:nvPr/>
        </p:nvPicPr>
        <p:blipFill>
          <a:blip r:embed="rId2" cstate="print"/>
          <a:stretch>
            <a:fillRect/>
          </a:stretch>
        </p:blipFill>
        <p:spPr>
          <a:xfrm rot="0">
            <a:off x="1596000" y="2050000"/>
            <a:ext cx="8999999" cy="3749999"/>
          </a:xfrm>
          <a:prstGeom prst="rect"/>
          <a:noFill/>
          <a:ln w="12700" cmpd="sng" cap="flat">
            <a:noFill/>
            <a:prstDash val="solid"/>
            <a:miter/>
          </a:ln>
        </p:spPr>
      </p:pic>
    </p:spTree>
    <p:extLst>
      <p:ext uri="{BB962C8B-B14F-4D97-AF65-F5344CB8AC3E}">
        <p14:creationId xmlns:p14="http://schemas.microsoft.com/office/powerpoint/2010/main" val="1374662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p:cTn id="7" dur="500" fill="hold"/>
                                        <p:tgtEl>
                                          <p:spTgt spid="133"/>
                                        </p:tgtEl>
                                        <p:attrNameLst>
                                          <p:attrName>ppt_w</p:attrName>
                                        </p:attrNameLst>
                                      </p:cBhvr>
                                      <p:tavLst>
                                        <p:tav tm="0">
                                          <p:val>
                                            <p:fltVal val="0"/>
                                          </p:val>
                                        </p:tav>
                                        <p:tav tm="100000">
                                          <p:val>
                                            <p:strVal val="#ppt_w"/>
                                          </p:val>
                                        </p:tav>
                                      </p:tavLst>
                                    </p:anim>
                                    <p:anim calcmode="lin" valueType="num">
                                      <p:cBhvr>
                                        <p:cTn id="8" dur="500" fill="hold"/>
                                        <p:tgtEl>
                                          <p:spTgt spid="133"/>
                                        </p:tgtEl>
                                        <p:attrNameLst>
                                          <p:attrName>ppt_h</p:attrName>
                                        </p:attrNameLst>
                                      </p:cBhvr>
                                      <p:tavLst>
                                        <p:tav tm="0">
                                          <p:val>
                                            <p:fltVal val="0"/>
                                          </p:val>
                                        </p:tav>
                                        <p:tav tm="100000">
                                          <p:val>
                                            <p:strVal val="#ppt_h"/>
                                          </p:val>
                                        </p:tav>
                                      </p:tavLst>
                                    </p:anim>
                                    <p:animEffect transition="in" filter="fade">
                                      <p:cBhvr>
                                        <p:cTn id="9" dur="500"/>
                                        <p:tgtEl>
                                          <p:spTgt spid="13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4"/>
                                        </p:tgtEl>
                                        <p:attrNameLst>
                                          <p:attrName>style.visibility</p:attrName>
                                        </p:attrNameLst>
                                      </p:cBhvr>
                                      <p:to>
                                        <p:strVal val="visible"/>
                                      </p:to>
                                    </p:set>
                                    <p:animEffect transition="in" filter="fade">
                                      <p:cBhvr>
                                        <p:cTn id="14" dur="1000"/>
                                        <p:tgtEl>
                                          <p:spTgt spid="134"/>
                                        </p:tgtEl>
                                      </p:cBhvr>
                                    </p:animEffect>
                                    <p:anim calcmode="lin" valueType="num">
                                      <p:cBhvr>
                                        <p:cTn id="15" dur="1000" fill="hold"/>
                                        <p:tgtEl>
                                          <p:spTgt spid="134"/>
                                        </p:tgtEl>
                                        <p:attrNameLst>
                                          <p:attrName>ppt_x</p:attrName>
                                        </p:attrNameLst>
                                      </p:cBhvr>
                                      <p:tavLst>
                                        <p:tav tm="0">
                                          <p:val>
                                            <p:strVal val="#ppt_x"/>
                                          </p:val>
                                        </p:tav>
                                        <p:tav tm="100000">
                                          <p:val>
                                            <p:strVal val="#ppt_x"/>
                                          </p:val>
                                        </p:tav>
                                      </p:tavLst>
                                    </p:anim>
                                    <p:anim calcmode="lin" valueType="num">
                                      <p:cBhvr>
                                        <p:cTn id="16" dur="1000" fill="hold"/>
                                        <p:tgtEl>
                                          <p:spTgt spid="134"/>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5"/>
                                        </p:tgtEl>
                                        <p:attrNameLst>
                                          <p:attrName>style.visibility</p:attrName>
                                        </p:attrNameLst>
                                      </p:cBhvr>
                                      <p:to>
                                        <p:strVal val="visible"/>
                                      </p:to>
                                    </p:set>
                                    <p:animEffect transition="in" filter="fade">
                                      <p:cBhvr>
                                        <p:cTn id="21" dur="1000"/>
                                        <p:tgtEl>
                                          <p:spTgt spid="135"/>
                                        </p:tgtEl>
                                      </p:cBhvr>
                                    </p:animEffect>
                                    <p:anim calcmode="lin" valueType="num">
                                      <p:cBhvr>
                                        <p:cTn id="22" dur="1000" fill="hold"/>
                                        <p:tgtEl>
                                          <p:spTgt spid="135"/>
                                        </p:tgtEl>
                                        <p:attrNameLst>
                                          <p:attrName>ppt_x</p:attrName>
                                        </p:attrNameLst>
                                      </p:cBhvr>
                                      <p:tavLst>
                                        <p:tav tm="0">
                                          <p:val>
                                            <p:strVal val="#ppt_x"/>
                                          </p:val>
                                        </p:tav>
                                        <p:tav tm="100000">
                                          <p:val>
                                            <p:strVal val="#ppt_x"/>
                                          </p:val>
                                        </p:tav>
                                      </p:tavLst>
                                    </p:anim>
                                    <p:anim calcmode="lin" valueType="num">
                                      <p:cBhvr>
                                        <p:cTn id="23" dur="1000" fill="hold"/>
                                        <p:tgtEl>
                                          <p:spTgt spid="1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P spid="135" grpId="0"/>
    </p:bldLst>
  </p:timing>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41"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42" name="Text box"/>
          <p:cNvSpPr>
            <a:spLocks noGrp="1"/>
          </p:cNvSpPr>
          <p:nvPr>
            <p:ph type="title"/>
          </p:nvPr>
        </p:nvSpPr>
        <p:spPr>
          <a:xfrm rot="0">
            <a:off x="675957" y="370589"/>
            <a:ext cx="2981643"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RESULTS </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43" name="Rectangle"/>
          <p:cNvSpPr>
            <a:spLocks/>
          </p:cNvSpPr>
          <p:nvPr/>
        </p:nvSpPr>
        <p:spPr>
          <a:xfrm rot="0">
            <a:off x="320982" y="1275371"/>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Correlation Between Key Variables</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44" name="Rectangle"/>
          <p:cNvSpPr>
            <a:spLocks/>
          </p:cNvSpPr>
          <p:nvPr/>
        </p:nvSpPr>
        <p:spPr>
          <a:xfrm rot="0">
            <a:off x="7080945" y="1221612"/>
            <a:ext cx="3343559"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80000"/>
              </a:lnSpc>
              <a:spcBef>
                <a:spcPts val="1000"/>
              </a:spcBef>
              <a:spcAft>
                <a:spcPts val="0"/>
              </a:spcAft>
              <a:buNone/>
            </a:pPr>
            <a:r>
              <a:rPr lang="en-US" altLang="zh-CN" sz="1200" b="0" i="0" u="none" strike="noStrike" kern="1200" cap="none" spc="0" baseline="0">
                <a:solidFill>
                  <a:schemeClr val="tx1"/>
                </a:solidFill>
                <a:latin typeface="Trebuchet MS" pitchFamily="0" charset="0"/>
                <a:ea typeface="华文新魏" pitchFamily="0" charset="0"/>
                <a:cs typeface="Trebuchet MS" pitchFamily="0" charset="0"/>
              </a:rPr>
              <a:t>Water efficiency (0.78) is the strongest driver of yield — far more than fertilizer or pesticide volume, which show almost no correlation.</a:t>
            </a:r>
            <a:endParaRPr lang="zh-CN" altLang="en-US" sz="12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45" name="Text box"/>
          <p:cNvSpPr>
            <a:spLocks noGrp="1"/>
          </p:cNvSpPr>
          <p:nvPr>
            <p:ph type="body" idx="12"/>
          </p:nvPr>
        </p:nvSpPr>
        <p:spPr>
          <a:xfrm rot="0">
            <a:off x="807163" y="1431693"/>
            <a:ext cx="4275138" cy="477518"/>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1000"/>
              </a:spcBef>
              <a:spcAft>
                <a:spcPts val="0"/>
              </a:spcAft>
              <a:buNone/>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 </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pic>
        <p:nvPicPr>
          <p:cNvPr id="146" name="Image" descr="corr_heatmap.png"/>
          <p:cNvPicPr>
            <a:picLocks noChangeAspect="1"/>
          </p:cNvPicPr>
          <p:nvPr/>
        </p:nvPicPr>
        <p:blipFill>
          <a:blip r:embed="rId2" cstate="print"/>
          <a:stretch>
            <a:fillRect/>
          </a:stretch>
        </p:blipFill>
        <p:spPr>
          <a:xfrm rot="0">
            <a:off x="320982" y="1949999"/>
            <a:ext cx="5450000" cy="1869594"/>
          </a:xfrm>
          <a:prstGeom prst="rect"/>
          <a:noFill/>
          <a:ln w="12700" cmpd="sng" cap="flat">
            <a:noFill/>
            <a:prstDash val="solid"/>
            <a:miter/>
          </a:ln>
        </p:spPr>
      </p:pic>
      <p:pic>
        <p:nvPicPr>
          <p:cNvPr id="147" name="Image" descr="03_correlation_heatmap.png"/>
          <p:cNvPicPr>
            <a:picLocks noChangeAspect="1"/>
          </p:cNvPicPr>
          <p:nvPr/>
        </p:nvPicPr>
        <p:blipFill>
          <a:blip r:embed="rId3" cstate="print"/>
          <a:stretch>
            <a:fillRect/>
          </a:stretch>
        </p:blipFill>
        <p:spPr>
          <a:xfrm rot="0">
            <a:off x="6324286" y="1995983"/>
            <a:ext cx="5449999" cy="4459090"/>
          </a:xfrm>
          <a:prstGeom prst="rect"/>
          <a:noFill/>
          <a:ln w="12700" cmpd="sng" cap="flat">
            <a:noFill/>
            <a:prstDash val="solid"/>
            <a:miter/>
          </a:ln>
        </p:spPr>
      </p:pic>
    </p:spTree>
    <p:extLst>
      <p:ext uri="{BB962C8B-B14F-4D97-AF65-F5344CB8AC3E}">
        <p14:creationId xmlns:p14="http://schemas.microsoft.com/office/powerpoint/2010/main" val="20922684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42"/>
                                        </p:tgtEl>
                                        <p:attrNameLst>
                                          <p:attrName>style.visibility</p:attrName>
                                        </p:attrNameLst>
                                      </p:cBhvr>
                                      <p:to>
                                        <p:strVal val="visible"/>
                                      </p:to>
                                    </p:set>
                                    <p:anim calcmode="lin" valueType="num">
                                      <p:cBhvr>
                                        <p:cTn id="7" dur="500" fill="hold"/>
                                        <p:tgtEl>
                                          <p:spTgt spid="142"/>
                                        </p:tgtEl>
                                        <p:attrNameLst>
                                          <p:attrName>ppt_w</p:attrName>
                                        </p:attrNameLst>
                                      </p:cBhvr>
                                      <p:tavLst>
                                        <p:tav tm="0">
                                          <p:val>
                                            <p:fltVal val="0"/>
                                          </p:val>
                                        </p:tav>
                                        <p:tav tm="100000">
                                          <p:val>
                                            <p:strVal val="#ppt_w"/>
                                          </p:val>
                                        </p:tav>
                                      </p:tavLst>
                                    </p:anim>
                                    <p:anim calcmode="lin" valueType="num">
                                      <p:cBhvr>
                                        <p:cTn id="8" dur="500" fill="hold"/>
                                        <p:tgtEl>
                                          <p:spTgt spid="142"/>
                                        </p:tgtEl>
                                        <p:attrNameLst>
                                          <p:attrName>ppt_h</p:attrName>
                                        </p:attrNameLst>
                                      </p:cBhvr>
                                      <p:tavLst>
                                        <p:tav tm="0">
                                          <p:val>
                                            <p:fltVal val="0"/>
                                          </p:val>
                                        </p:tav>
                                        <p:tav tm="100000">
                                          <p:val>
                                            <p:strVal val="#ppt_h"/>
                                          </p:val>
                                        </p:tav>
                                      </p:tavLst>
                                    </p:anim>
                                    <p:animEffect transition="in" filter="fade">
                                      <p:cBhvr>
                                        <p:cTn id="9" dur="500"/>
                                        <p:tgtEl>
                                          <p:spTgt spid="14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3"/>
                                        </p:tgtEl>
                                        <p:attrNameLst>
                                          <p:attrName>style.visibility</p:attrName>
                                        </p:attrNameLst>
                                      </p:cBhvr>
                                      <p:to>
                                        <p:strVal val="visible"/>
                                      </p:to>
                                    </p:set>
                                    <p:animEffect transition="in" filter="fade">
                                      <p:cBhvr>
                                        <p:cTn id="14" dur="1000"/>
                                        <p:tgtEl>
                                          <p:spTgt spid="143"/>
                                        </p:tgtEl>
                                      </p:cBhvr>
                                    </p:animEffect>
                                    <p:anim calcmode="lin" valueType="num">
                                      <p:cBhvr>
                                        <p:cTn id="15" dur="1000" fill="hold"/>
                                        <p:tgtEl>
                                          <p:spTgt spid="143"/>
                                        </p:tgtEl>
                                        <p:attrNameLst>
                                          <p:attrName>ppt_x</p:attrName>
                                        </p:attrNameLst>
                                      </p:cBhvr>
                                      <p:tavLst>
                                        <p:tav tm="0">
                                          <p:val>
                                            <p:strVal val="#ppt_x"/>
                                          </p:val>
                                        </p:tav>
                                        <p:tav tm="100000">
                                          <p:val>
                                            <p:strVal val="#ppt_x"/>
                                          </p:val>
                                        </p:tav>
                                      </p:tavLst>
                                    </p:anim>
                                    <p:anim calcmode="lin" valueType="num">
                                      <p:cBhvr>
                                        <p:cTn id="16" dur="1000" fill="hold"/>
                                        <p:tgtEl>
                                          <p:spTgt spid="143"/>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4"/>
                                        </p:tgtEl>
                                        <p:attrNameLst>
                                          <p:attrName>style.visibility</p:attrName>
                                        </p:attrNameLst>
                                      </p:cBhvr>
                                      <p:to>
                                        <p:strVal val="visible"/>
                                      </p:to>
                                    </p:set>
                                    <p:animEffect transition="in" filter="fade">
                                      <p:cBhvr>
                                        <p:cTn id="21" dur="1000"/>
                                        <p:tgtEl>
                                          <p:spTgt spid="144"/>
                                        </p:tgtEl>
                                      </p:cBhvr>
                                    </p:animEffect>
                                    <p:anim calcmode="lin" valueType="num">
                                      <p:cBhvr>
                                        <p:cTn id="22" dur="1000" fill="hold"/>
                                        <p:tgtEl>
                                          <p:spTgt spid="144"/>
                                        </p:tgtEl>
                                        <p:attrNameLst>
                                          <p:attrName>ppt_x</p:attrName>
                                        </p:attrNameLst>
                                      </p:cBhvr>
                                      <p:tavLst>
                                        <p:tav tm="0">
                                          <p:val>
                                            <p:strVal val="#ppt_x"/>
                                          </p:val>
                                        </p:tav>
                                        <p:tav tm="100000">
                                          <p:val>
                                            <p:strVal val="#ppt_x"/>
                                          </p:val>
                                        </p:tav>
                                      </p:tavLst>
                                    </p:anim>
                                    <p:anim calcmode="lin" valueType="num">
                                      <p:cBhvr>
                                        <p:cTn id="23"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45">
                                            <p:txEl>
                                              <p:pRg st="0" end="0"/>
                                            </p:txEl>
                                          </p:spTgt>
                                        </p:tgtEl>
                                        <p:attrNameLst>
                                          <p:attrName>style.visibility</p:attrName>
                                        </p:attrNameLst>
                                      </p:cBhvr>
                                      <p:to>
                                        <p:strVal val="visible"/>
                                      </p:to>
                                    </p:set>
                                    <p:animEffect transition="in" filter="fade">
                                      <p:cBhvr>
                                        <p:cTn id="28" dur="1000"/>
                                        <p:tgtEl>
                                          <p:spTgt spid="145">
                                            <p:txEl>
                                              <p:pRg st="0" end="0"/>
                                            </p:txEl>
                                          </p:spTgt>
                                        </p:tgtEl>
                                      </p:cBhvr>
                                    </p:animEffect>
                                    <p:anim calcmode="lin" valueType="num">
                                      <p:cBhvr>
                                        <p:cTn id="29" dur="1000" fill="hold"/>
                                        <p:tgtEl>
                                          <p:spTgt spid="14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4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3" grpId="0"/>
      <p:bldP spid="144" grpId="0"/>
    </p:bldLst>
  </p:timing>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52"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53" name="Text box"/>
          <p:cNvSpPr>
            <a:spLocks noGrp="1"/>
          </p:cNvSpPr>
          <p:nvPr>
            <p:ph type="title"/>
          </p:nvPr>
        </p:nvSpPr>
        <p:spPr>
          <a:xfrm rot="0">
            <a:off x="675957" y="370589"/>
            <a:ext cx="2981643"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RESULTS </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54" name="Rectangle"/>
          <p:cNvSpPr>
            <a:spLocks/>
          </p:cNvSpPr>
          <p:nvPr/>
        </p:nvSpPr>
        <p:spPr>
          <a:xfrm rot="0">
            <a:off x="494997" y="1616961"/>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Crop-wise Yield Across Seasons</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55" name="Rectangle"/>
          <p:cNvSpPr>
            <a:spLocks/>
          </p:cNvSpPr>
          <p:nvPr/>
        </p:nvSpPr>
        <p:spPr>
          <a:xfrm rot="0">
            <a:off x="7226916" y="1243135"/>
            <a:ext cx="3343561"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80000"/>
              </a:lnSpc>
              <a:spcBef>
                <a:spcPts val="1000"/>
              </a:spcBef>
              <a:spcAft>
                <a:spcPts val="0"/>
              </a:spcAft>
              <a:buNone/>
            </a:pPr>
            <a:r>
              <a:rPr lang="en-US" altLang="zh-CN" sz="1200" b="0" i="0" u="none" strike="noStrike" kern="1200" cap="none" spc="0" baseline="0">
                <a:solidFill>
                  <a:schemeClr val="tx1"/>
                </a:solidFill>
                <a:latin typeface="Trebuchet MS" pitchFamily="0" charset="0"/>
                <a:ea typeface="华文新魏" pitchFamily="0" charset="0"/>
                <a:cs typeface="Trebuchet MS" pitchFamily="0" charset="0"/>
              </a:rPr>
              <a:t>Crop performance is not uniform across seasons — the best/worst crop differs by season, so planning should be crop-specific.</a:t>
            </a:r>
            <a:endParaRPr lang="zh-CN" altLang="en-US" sz="12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56" name="Text box"/>
          <p:cNvSpPr>
            <a:spLocks noGrp="1"/>
          </p:cNvSpPr>
          <p:nvPr>
            <p:ph type="body" idx="12"/>
          </p:nvPr>
        </p:nvSpPr>
        <p:spPr>
          <a:xfrm rot="0">
            <a:off x="807163" y="1431693"/>
            <a:ext cx="4275138" cy="477518"/>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1000"/>
              </a:spcBef>
              <a:spcAft>
                <a:spcPts val="0"/>
              </a:spcAft>
              <a:buNone/>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 </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pic>
        <p:nvPicPr>
          <p:cNvPr id="157" name="Image" descr="crop_season.png"/>
          <p:cNvPicPr>
            <a:picLocks noChangeAspect="1"/>
          </p:cNvPicPr>
          <p:nvPr/>
        </p:nvPicPr>
        <p:blipFill>
          <a:blip r:embed="rId2" cstate="print"/>
          <a:stretch>
            <a:fillRect/>
          </a:stretch>
        </p:blipFill>
        <p:spPr>
          <a:xfrm rot="0">
            <a:off x="219732" y="2097771"/>
            <a:ext cx="5450000" cy="1616810"/>
          </a:xfrm>
          <a:prstGeom prst="rect"/>
          <a:noFill/>
          <a:ln w="12700" cmpd="sng" cap="flat">
            <a:noFill/>
            <a:prstDash val="solid"/>
            <a:miter/>
          </a:ln>
        </p:spPr>
      </p:pic>
      <p:pic>
        <p:nvPicPr>
          <p:cNvPr id="158" name="Image" descr="05_crop_season_yield_heatmap.png"/>
          <p:cNvPicPr>
            <a:picLocks noChangeAspect="1"/>
          </p:cNvPicPr>
          <p:nvPr/>
        </p:nvPicPr>
        <p:blipFill>
          <a:blip r:embed="rId3" cstate="print"/>
          <a:stretch>
            <a:fillRect/>
          </a:stretch>
        </p:blipFill>
        <p:spPr>
          <a:xfrm rot="0">
            <a:off x="6100000" y="1949999"/>
            <a:ext cx="5450000" cy="4087500"/>
          </a:xfrm>
          <a:prstGeom prst="rect"/>
          <a:noFill/>
          <a:ln w="12700" cmpd="sng" cap="flat">
            <a:noFill/>
            <a:prstDash val="solid"/>
            <a:miter/>
          </a:ln>
        </p:spPr>
      </p:pic>
    </p:spTree>
    <p:extLst>
      <p:ext uri="{BB962C8B-B14F-4D97-AF65-F5344CB8AC3E}">
        <p14:creationId xmlns:p14="http://schemas.microsoft.com/office/powerpoint/2010/main" val="487975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53"/>
                                        </p:tgtEl>
                                        <p:attrNameLst>
                                          <p:attrName>style.visibility</p:attrName>
                                        </p:attrNameLst>
                                      </p:cBhvr>
                                      <p:to>
                                        <p:strVal val="visible"/>
                                      </p:to>
                                    </p:set>
                                    <p:anim calcmode="lin" valueType="num">
                                      <p:cBhvr>
                                        <p:cTn id="7" dur="500" fill="hold"/>
                                        <p:tgtEl>
                                          <p:spTgt spid="153"/>
                                        </p:tgtEl>
                                        <p:attrNameLst>
                                          <p:attrName>ppt_w</p:attrName>
                                        </p:attrNameLst>
                                      </p:cBhvr>
                                      <p:tavLst>
                                        <p:tav tm="0">
                                          <p:val>
                                            <p:fltVal val="0"/>
                                          </p:val>
                                        </p:tav>
                                        <p:tav tm="100000">
                                          <p:val>
                                            <p:strVal val="#ppt_w"/>
                                          </p:val>
                                        </p:tav>
                                      </p:tavLst>
                                    </p:anim>
                                    <p:anim calcmode="lin" valueType="num">
                                      <p:cBhvr>
                                        <p:cTn id="8" dur="500" fill="hold"/>
                                        <p:tgtEl>
                                          <p:spTgt spid="153"/>
                                        </p:tgtEl>
                                        <p:attrNameLst>
                                          <p:attrName>ppt_h</p:attrName>
                                        </p:attrNameLst>
                                      </p:cBhvr>
                                      <p:tavLst>
                                        <p:tav tm="0">
                                          <p:val>
                                            <p:fltVal val="0"/>
                                          </p:val>
                                        </p:tav>
                                        <p:tav tm="100000">
                                          <p:val>
                                            <p:strVal val="#ppt_h"/>
                                          </p:val>
                                        </p:tav>
                                      </p:tavLst>
                                    </p:anim>
                                    <p:animEffect transition="in" filter="fade">
                                      <p:cBhvr>
                                        <p:cTn id="9" dur="500"/>
                                        <p:tgtEl>
                                          <p:spTgt spid="15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4"/>
                                        </p:tgtEl>
                                        <p:attrNameLst>
                                          <p:attrName>style.visibility</p:attrName>
                                        </p:attrNameLst>
                                      </p:cBhvr>
                                      <p:to>
                                        <p:strVal val="visible"/>
                                      </p:to>
                                    </p:set>
                                    <p:animEffect transition="in" filter="fade">
                                      <p:cBhvr>
                                        <p:cTn id="14" dur="1000"/>
                                        <p:tgtEl>
                                          <p:spTgt spid="154"/>
                                        </p:tgtEl>
                                      </p:cBhvr>
                                    </p:animEffect>
                                    <p:anim calcmode="lin" valueType="num">
                                      <p:cBhvr>
                                        <p:cTn id="15" dur="1000" fill="hold"/>
                                        <p:tgtEl>
                                          <p:spTgt spid="154"/>
                                        </p:tgtEl>
                                        <p:attrNameLst>
                                          <p:attrName>ppt_x</p:attrName>
                                        </p:attrNameLst>
                                      </p:cBhvr>
                                      <p:tavLst>
                                        <p:tav tm="0">
                                          <p:val>
                                            <p:strVal val="#ppt_x"/>
                                          </p:val>
                                        </p:tav>
                                        <p:tav tm="100000">
                                          <p:val>
                                            <p:strVal val="#ppt_x"/>
                                          </p:val>
                                        </p:tav>
                                      </p:tavLst>
                                    </p:anim>
                                    <p:anim calcmode="lin" valueType="num">
                                      <p:cBhvr>
                                        <p:cTn id="16" dur="1000" fill="hold"/>
                                        <p:tgtEl>
                                          <p:spTgt spid="154"/>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5"/>
                                        </p:tgtEl>
                                        <p:attrNameLst>
                                          <p:attrName>style.visibility</p:attrName>
                                        </p:attrNameLst>
                                      </p:cBhvr>
                                      <p:to>
                                        <p:strVal val="visible"/>
                                      </p:to>
                                    </p:set>
                                    <p:animEffect transition="in" filter="fade">
                                      <p:cBhvr>
                                        <p:cTn id="21" dur="1000"/>
                                        <p:tgtEl>
                                          <p:spTgt spid="155"/>
                                        </p:tgtEl>
                                      </p:cBhvr>
                                    </p:animEffect>
                                    <p:anim calcmode="lin" valueType="num">
                                      <p:cBhvr>
                                        <p:cTn id="22" dur="1000" fill="hold"/>
                                        <p:tgtEl>
                                          <p:spTgt spid="155"/>
                                        </p:tgtEl>
                                        <p:attrNameLst>
                                          <p:attrName>ppt_x</p:attrName>
                                        </p:attrNameLst>
                                      </p:cBhvr>
                                      <p:tavLst>
                                        <p:tav tm="0">
                                          <p:val>
                                            <p:strVal val="#ppt_x"/>
                                          </p:val>
                                        </p:tav>
                                        <p:tav tm="100000">
                                          <p:val>
                                            <p:strVal val="#ppt_x"/>
                                          </p:val>
                                        </p:tav>
                                      </p:tavLst>
                                    </p:anim>
                                    <p:anim calcmode="lin" valueType="num">
                                      <p:cBhvr>
                                        <p:cTn id="23"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56">
                                            <p:txEl>
                                              <p:pRg st="0" end="0"/>
                                            </p:txEl>
                                          </p:spTgt>
                                        </p:tgtEl>
                                        <p:attrNameLst>
                                          <p:attrName>style.visibility</p:attrName>
                                        </p:attrNameLst>
                                      </p:cBhvr>
                                      <p:to>
                                        <p:strVal val="visible"/>
                                      </p:to>
                                    </p:set>
                                    <p:animEffect transition="in" filter="fade">
                                      <p:cBhvr>
                                        <p:cTn id="28" dur="1000"/>
                                        <p:tgtEl>
                                          <p:spTgt spid="156">
                                            <p:txEl>
                                              <p:pRg st="0" end="0"/>
                                            </p:txEl>
                                          </p:spTgt>
                                        </p:tgtEl>
                                      </p:cBhvr>
                                    </p:animEffect>
                                    <p:anim calcmode="lin" valueType="num">
                                      <p:cBhvr>
                                        <p:cTn id="29" dur="1000" fill="hold"/>
                                        <p:tgtEl>
                                          <p:spTgt spid="15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5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p:bldP spid="154" grpId="0"/>
      <p:bldP spid="155" grpId="0"/>
    </p:bldLst>
  </p:timing>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63"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64" name="Text box"/>
          <p:cNvSpPr>
            <a:spLocks noGrp="1"/>
          </p:cNvSpPr>
          <p:nvPr>
            <p:ph type="title"/>
          </p:nvPr>
        </p:nvSpPr>
        <p:spPr>
          <a:xfrm rot="0">
            <a:off x="675957" y="370589"/>
            <a:ext cx="2981643"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RESULTS </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65" name="Rectangle"/>
          <p:cNvSpPr>
            <a:spLocks/>
          </p:cNvSpPr>
          <p:nvPr/>
        </p:nvSpPr>
        <p:spPr>
          <a:xfrm rot="0">
            <a:off x="869525" y="1319450"/>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Water Usage &amp; Efficiency by Season</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66" name="Rectangle"/>
          <p:cNvSpPr>
            <a:spLocks/>
          </p:cNvSpPr>
          <p:nvPr/>
        </p:nvSpPr>
        <p:spPr>
          <a:xfrm rot="0">
            <a:off x="7055066" y="1098654"/>
            <a:ext cx="3343559"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80000"/>
              </a:lnSpc>
              <a:spcBef>
                <a:spcPts val="1000"/>
              </a:spcBef>
              <a:spcAft>
                <a:spcPts val="0"/>
              </a:spcAft>
              <a:buNone/>
            </a:pPr>
            <a:r>
              <a:rPr lang="en-US" altLang="zh-CN" sz="1400" b="0" i="0" u="none" strike="noStrike" kern="1200" cap="none" spc="0" baseline="0">
                <a:solidFill>
                  <a:schemeClr val="tx1"/>
                </a:solidFill>
                <a:latin typeface="Trebuchet MS" pitchFamily="0" charset="0"/>
                <a:ea typeface="华文新魏" pitchFamily="0" charset="0"/>
                <a:cs typeface="Trebuchet MS" pitchFamily="0" charset="0"/>
              </a:rPr>
              <a:t>Zaid uses less absolute water but is also the least water-efficient season, contributing to its weaker profitability.</a:t>
            </a:r>
            <a:endParaRPr lang="zh-CN" altLang="en-US" sz="14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67" name="Text box"/>
          <p:cNvSpPr>
            <a:spLocks noGrp="1"/>
          </p:cNvSpPr>
          <p:nvPr>
            <p:ph type="body" idx="12"/>
          </p:nvPr>
        </p:nvSpPr>
        <p:spPr>
          <a:xfrm rot="0">
            <a:off x="807163" y="1431693"/>
            <a:ext cx="4275138" cy="477518"/>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1000"/>
              </a:spcBef>
              <a:spcAft>
                <a:spcPts val="0"/>
              </a:spcAft>
              <a:buNone/>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 </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pic>
        <p:nvPicPr>
          <p:cNvPr id="168" name="Image" descr="water_eff.png"/>
          <p:cNvPicPr>
            <a:picLocks noChangeAspect="1"/>
          </p:cNvPicPr>
          <p:nvPr/>
        </p:nvPicPr>
        <p:blipFill>
          <a:blip r:embed="rId2" cstate="print"/>
          <a:stretch>
            <a:fillRect/>
          </a:stretch>
        </p:blipFill>
        <p:spPr>
          <a:xfrm rot="0">
            <a:off x="219732" y="2103393"/>
            <a:ext cx="5450000" cy="2103291"/>
          </a:xfrm>
          <a:prstGeom prst="rect"/>
          <a:noFill/>
          <a:ln w="12700" cmpd="sng" cap="flat">
            <a:noFill/>
            <a:prstDash val="solid"/>
            <a:miter/>
          </a:ln>
        </p:spPr>
      </p:pic>
      <p:pic>
        <p:nvPicPr>
          <p:cNvPr id="169" name="Image" descr="04_water_usage_efficiency.png"/>
          <p:cNvPicPr>
            <a:picLocks noChangeAspect="1"/>
          </p:cNvPicPr>
          <p:nvPr/>
        </p:nvPicPr>
        <p:blipFill>
          <a:blip r:embed="rId3" cstate="print"/>
          <a:stretch>
            <a:fillRect/>
          </a:stretch>
        </p:blipFill>
        <p:spPr>
          <a:xfrm rot="0">
            <a:off x="6100000" y="1949999"/>
            <a:ext cx="5450000" cy="2270833"/>
          </a:xfrm>
          <a:prstGeom prst="rect"/>
          <a:noFill/>
          <a:ln w="12700" cmpd="sng" cap="flat">
            <a:noFill/>
            <a:prstDash val="solid"/>
            <a:miter/>
          </a:ln>
        </p:spPr>
      </p:pic>
    </p:spTree>
    <p:extLst>
      <p:ext uri="{BB962C8B-B14F-4D97-AF65-F5344CB8AC3E}">
        <p14:creationId xmlns:p14="http://schemas.microsoft.com/office/powerpoint/2010/main" val="380646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anim calcmode="lin" valueType="num">
                                      <p:cBhvr>
                                        <p:cTn id="7" dur="500" fill="hold"/>
                                        <p:tgtEl>
                                          <p:spTgt spid="164"/>
                                        </p:tgtEl>
                                        <p:attrNameLst>
                                          <p:attrName>ppt_w</p:attrName>
                                        </p:attrNameLst>
                                      </p:cBhvr>
                                      <p:tavLst>
                                        <p:tav tm="0">
                                          <p:val>
                                            <p:fltVal val="0"/>
                                          </p:val>
                                        </p:tav>
                                        <p:tav tm="100000">
                                          <p:val>
                                            <p:strVal val="#ppt_w"/>
                                          </p:val>
                                        </p:tav>
                                      </p:tavLst>
                                    </p:anim>
                                    <p:anim calcmode="lin" valueType="num">
                                      <p:cBhvr>
                                        <p:cTn id="8" dur="500" fill="hold"/>
                                        <p:tgtEl>
                                          <p:spTgt spid="164"/>
                                        </p:tgtEl>
                                        <p:attrNameLst>
                                          <p:attrName>ppt_h</p:attrName>
                                        </p:attrNameLst>
                                      </p:cBhvr>
                                      <p:tavLst>
                                        <p:tav tm="0">
                                          <p:val>
                                            <p:fltVal val="0"/>
                                          </p:val>
                                        </p:tav>
                                        <p:tav tm="100000">
                                          <p:val>
                                            <p:strVal val="#ppt_h"/>
                                          </p:val>
                                        </p:tav>
                                      </p:tavLst>
                                    </p:anim>
                                    <p:animEffect transition="in" filter="fade">
                                      <p:cBhvr>
                                        <p:cTn id="9" dur="500"/>
                                        <p:tgtEl>
                                          <p:spTgt spid="16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5"/>
                                        </p:tgtEl>
                                        <p:attrNameLst>
                                          <p:attrName>style.visibility</p:attrName>
                                        </p:attrNameLst>
                                      </p:cBhvr>
                                      <p:to>
                                        <p:strVal val="visible"/>
                                      </p:to>
                                    </p:set>
                                    <p:animEffect transition="in" filter="fade">
                                      <p:cBhvr>
                                        <p:cTn id="14" dur="1000"/>
                                        <p:tgtEl>
                                          <p:spTgt spid="165"/>
                                        </p:tgtEl>
                                      </p:cBhvr>
                                    </p:animEffect>
                                    <p:anim calcmode="lin" valueType="num">
                                      <p:cBhvr>
                                        <p:cTn id="15" dur="1000" fill="hold"/>
                                        <p:tgtEl>
                                          <p:spTgt spid="165"/>
                                        </p:tgtEl>
                                        <p:attrNameLst>
                                          <p:attrName>ppt_x</p:attrName>
                                        </p:attrNameLst>
                                      </p:cBhvr>
                                      <p:tavLst>
                                        <p:tav tm="0">
                                          <p:val>
                                            <p:strVal val="#ppt_x"/>
                                          </p:val>
                                        </p:tav>
                                        <p:tav tm="100000">
                                          <p:val>
                                            <p:strVal val="#ppt_x"/>
                                          </p:val>
                                        </p:tav>
                                      </p:tavLst>
                                    </p:anim>
                                    <p:anim calcmode="lin" valueType="num">
                                      <p:cBhvr>
                                        <p:cTn id="16" dur="1000" fill="hold"/>
                                        <p:tgtEl>
                                          <p:spTgt spid="16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6"/>
                                        </p:tgtEl>
                                        <p:attrNameLst>
                                          <p:attrName>style.visibility</p:attrName>
                                        </p:attrNameLst>
                                      </p:cBhvr>
                                      <p:to>
                                        <p:strVal val="visible"/>
                                      </p:to>
                                    </p:set>
                                    <p:animEffect transition="in" filter="fade">
                                      <p:cBhvr>
                                        <p:cTn id="21" dur="1000"/>
                                        <p:tgtEl>
                                          <p:spTgt spid="166"/>
                                        </p:tgtEl>
                                      </p:cBhvr>
                                    </p:animEffect>
                                    <p:anim calcmode="lin" valueType="num">
                                      <p:cBhvr>
                                        <p:cTn id="22" dur="1000" fill="hold"/>
                                        <p:tgtEl>
                                          <p:spTgt spid="166"/>
                                        </p:tgtEl>
                                        <p:attrNameLst>
                                          <p:attrName>ppt_x</p:attrName>
                                        </p:attrNameLst>
                                      </p:cBhvr>
                                      <p:tavLst>
                                        <p:tav tm="0">
                                          <p:val>
                                            <p:strVal val="#ppt_x"/>
                                          </p:val>
                                        </p:tav>
                                        <p:tav tm="100000">
                                          <p:val>
                                            <p:strVal val="#ppt_x"/>
                                          </p:val>
                                        </p:tav>
                                      </p:tavLst>
                                    </p:anim>
                                    <p:anim calcmode="lin" valueType="num">
                                      <p:cBhvr>
                                        <p:cTn id="23"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67">
                                            <p:txEl>
                                              <p:pRg st="0" end="0"/>
                                            </p:txEl>
                                          </p:spTgt>
                                        </p:tgtEl>
                                        <p:attrNameLst>
                                          <p:attrName>style.visibility</p:attrName>
                                        </p:attrNameLst>
                                      </p:cBhvr>
                                      <p:to>
                                        <p:strVal val="visible"/>
                                      </p:to>
                                    </p:set>
                                    <p:animEffect transition="in" filter="fade">
                                      <p:cBhvr>
                                        <p:cTn id="28" dur="1000"/>
                                        <p:tgtEl>
                                          <p:spTgt spid="167">
                                            <p:txEl>
                                              <p:pRg st="0" end="0"/>
                                            </p:txEl>
                                          </p:spTgt>
                                        </p:tgtEl>
                                      </p:cBhvr>
                                    </p:animEffect>
                                    <p:anim calcmode="lin" valueType="num">
                                      <p:cBhvr>
                                        <p:cTn id="29" dur="1000" fill="hold"/>
                                        <p:tgtEl>
                                          <p:spTgt spid="16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6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p:bldP spid="165" grpId="0"/>
      <p:bldP spid="166" grpId="0"/>
    </p:bldLst>
  </p:timing>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74"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75" name="Text box"/>
          <p:cNvSpPr>
            <a:spLocks noGrp="1"/>
          </p:cNvSpPr>
          <p:nvPr>
            <p:ph type="title"/>
          </p:nvPr>
        </p:nvSpPr>
        <p:spPr>
          <a:xfrm rot="0">
            <a:off x="675957" y="370589"/>
            <a:ext cx="2981643"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1200" cap="none" spc="0" baseline="0">
                <a:solidFill>
                  <a:schemeClr val="tx1"/>
                </a:solidFill>
                <a:latin typeface="Trebuchet MS" pitchFamily="0" charset="0"/>
                <a:ea typeface="方正姚体" pitchFamily="0" charset="0"/>
                <a:cs typeface="Lucida Sans" pitchFamily="0" charset="0"/>
              </a:rPr>
              <a:t>RESULTS </a:t>
            </a:r>
            <a:endParaRPr lang="zh-CN" altLang="en-US" sz="48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76" name="Rectangle"/>
          <p:cNvSpPr>
            <a:spLocks/>
          </p:cNvSpPr>
          <p:nvPr/>
        </p:nvSpPr>
        <p:spPr>
          <a:xfrm rot="0">
            <a:off x="1028347" y="1210643"/>
            <a:ext cx="3343560" cy="66607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Disease/Pest Risk &amp; Irrigation Method by Season</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77" name="Rectangle"/>
          <p:cNvSpPr>
            <a:spLocks/>
          </p:cNvSpPr>
          <p:nvPr/>
        </p:nvSpPr>
        <p:spPr>
          <a:xfrm rot="0">
            <a:off x="6862621" y="1007150"/>
            <a:ext cx="3343560" cy="666077"/>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80000"/>
              </a:lnSpc>
              <a:spcBef>
                <a:spcPts val="1000"/>
              </a:spcBef>
              <a:spcAft>
                <a:spcPts val="0"/>
              </a:spcAft>
              <a:buNone/>
            </a:pPr>
            <a:r>
              <a:rPr lang="en-US" altLang="zh-CN" sz="1200" b="0" i="0" u="none" strike="noStrike" kern="1200" cap="none" spc="0" baseline="0">
                <a:solidFill>
                  <a:schemeClr val="tx1"/>
                </a:solidFill>
                <a:latin typeface="Trebuchet MS" pitchFamily="0" charset="0"/>
                <a:ea typeface="华文新魏" pitchFamily="0" charset="0"/>
                <a:cs typeface="Trebuchet MS" pitchFamily="0" charset="0"/>
              </a:rPr>
              <a:t>Disease/pest risk stays roughly constant (~45-48%) across seasons — it is not the main driver of Zaid's lower profit; water availability is.</a:t>
            </a:r>
            <a:endParaRPr lang="zh-CN" altLang="en-US" sz="12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78" name="Text box"/>
          <p:cNvSpPr>
            <a:spLocks noGrp="1"/>
          </p:cNvSpPr>
          <p:nvPr>
            <p:ph type="body" idx="12"/>
          </p:nvPr>
        </p:nvSpPr>
        <p:spPr>
          <a:xfrm rot="0">
            <a:off x="807163" y="1431693"/>
            <a:ext cx="4275138" cy="477518"/>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1000"/>
              </a:spcBef>
              <a:spcAft>
                <a:spcPts val="0"/>
              </a:spcAft>
              <a:buNone/>
            </a:pPr>
            <a:r>
              <a:rPr lang="en-US" altLang="zh-CN" sz="2000" b="0" i="0" u="none" strike="noStrike" kern="1200" cap="none" spc="0" baseline="0">
                <a:solidFill>
                  <a:srgbClr val="404040"/>
                </a:solidFill>
                <a:latin typeface="Trebuchet MS" pitchFamily="0" charset="0"/>
                <a:ea typeface="华文新魏" pitchFamily="0" charset="0"/>
                <a:cs typeface="Lucida Sans" pitchFamily="0" charset="0"/>
              </a:rPr>
              <a:t> </a:t>
            </a:r>
            <a:endParaRPr lang="zh-CN" altLang="en-US" sz="2000" b="0" i="0" u="none" strike="noStrike" kern="1200" cap="none" spc="0" baseline="0">
              <a:solidFill>
                <a:srgbClr val="404040"/>
              </a:solidFill>
              <a:latin typeface="Trebuchet MS" pitchFamily="0" charset="0"/>
              <a:ea typeface="华文新魏" pitchFamily="0" charset="0"/>
              <a:cs typeface="Lucida Sans" pitchFamily="0" charset="0"/>
            </a:endParaRPr>
          </a:p>
        </p:txBody>
      </p:sp>
      <p:pic>
        <p:nvPicPr>
          <p:cNvPr id="179" name="Image" descr="risk_irrigation.png"/>
          <p:cNvPicPr>
            <a:picLocks noChangeAspect="1"/>
          </p:cNvPicPr>
          <p:nvPr/>
        </p:nvPicPr>
        <p:blipFill>
          <a:blip r:embed="rId2" cstate="print"/>
          <a:stretch>
            <a:fillRect/>
          </a:stretch>
        </p:blipFill>
        <p:spPr>
          <a:xfrm rot="0">
            <a:off x="320982" y="1949999"/>
            <a:ext cx="5450000" cy="2134792"/>
          </a:xfrm>
          <a:prstGeom prst="rect"/>
          <a:noFill/>
          <a:ln w="12700" cmpd="sng" cap="flat">
            <a:noFill/>
            <a:prstDash val="solid"/>
            <a:miter/>
          </a:ln>
        </p:spPr>
      </p:pic>
      <p:pic>
        <p:nvPicPr>
          <p:cNvPr id="180" name="Image" descr="07_risk_irrigation_by_season.png"/>
          <p:cNvPicPr>
            <a:picLocks noChangeAspect="1"/>
          </p:cNvPicPr>
          <p:nvPr/>
        </p:nvPicPr>
        <p:blipFill>
          <a:blip r:embed="rId3" cstate="print"/>
          <a:stretch>
            <a:fillRect/>
          </a:stretch>
        </p:blipFill>
        <p:spPr>
          <a:xfrm rot="0">
            <a:off x="6100000" y="1949999"/>
            <a:ext cx="5450000" cy="2305768"/>
          </a:xfrm>
          <a:prstGeom prst="rect"/>
          <a:noFill/>
          <a:ln w="12700" cmpd="sng" cap="flat">
            <a:noFill/>
            <a:prstDash val="solid"/>
            <a:miter/>
          </a:ln>
        </p:spPr>
      </p:pic>
    </p:spTree>
    <p:extLst>
      <p:ext uri="{BB962C8B-B14F-4D97-AF65-F5344CB8AC3E}">
        <p14:creationId xmlns:p14="http://schemas.microsoft.com/office/powerpoint/2010/main" val="236184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75"/>
                                        </p:tgtEl>
                                        <p:attrNameLst>
                                          <p:attrName>style.visibility</p:attrName>
                                        </p:attrNameLst>
                                      </p:cBhvr>
                                      <p:to>
                                        <p:strVal val="visible"/>
                                      </p:to>
                                    </p:set>
                                    <p:anim calcmode="lin" valueType="num">
                                      <p:cBhvr>
                                        <p:cTn id="7" dur="500" fill="hold"/>
                                        <p:tgtEl>
                                          <p:spTgt spid="175"/>
                                        </p:tgtEl>
                                        <p:attrNameLst>
                                          <p:attrName>ppt_w</p:attrName>
                                        </p:attrNameLst>
                                      </p:cBhvr>
                                      <p:tavLst>
                                        <p:tav tm="0">
                                          <p:val>
                                            <p:fltVal val="0"/>
                                          </p:val>
                                        </p:tav>
                                        <p:tav tm="100000">
                                          <p:val>
                                            <p:strVal val="#ppt_w"/>
                                          </p:val>
                                        </p:tav>
                                      </p:tavLst>
                                    </p:anim>
                                    <p:anim calcmode="lin" valueType="num">
                                      <p:cBhvr>
                                        <p:cTn id="8" dur="500" fill="hold"/>
                                        <p:tgtEl>
                                          <p:spTgt spid="175"/>
                                        </p:tgtEl>
                                        <p:attrNameLst>
                                          <p:attrName>ppt_h</p:attrName>
                                        </p:attrNameLst>
                                      </p:cBhvr>
                                      <p:tavLst>
                                        <p:tav tm="0">
                                          <p:val>
                                            <p:fltVal val="0"/>
                                          </p:val>
                                        </p:tav>
                                        <p:tav tm="100000">
                                          <p:val>
                                            <p:strVal val="#ppt_h"/>
                                          </p:val>
                                        </p:tav>
                                      </p:tavLst>
                                    </p:anim>
                                    <p:animEffect transition="in" filter="fade">
                                      <p:cBhvr>
                                        <p:cTn id="9" dur="500"/>
                                        <p:tgtEl>
                                          <p:spTgt spid="17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6"/>
                                        </p:tgtEl>
                                        <p:attrNameLst>
                                          <p:attrName>style.visibility</p:attrName>
                                        </p:attrNameLst>
                                      </p:cBhvr>
                                      <p:to>
                                        <p:strVal val="visible"/>
                                      </p:to>
                                    </p:set>
                                    <p:animEffect transition="in" filter="fade">
                                      <p:cBhvr>
                                        <p:cTn id="14" dur="1000"/>
                                        <p:tgtEl>
                                          <p:spTgt spid="176"/>
                                        </p:tgtEl>
                                      </p:cBhvr>
                                    </p:animEffect>
                                    <p:anim calcmode="lin" valueType="num">
                                      <p:cBhvr>
                                        <p:cTn id="15" dur="1000" fill="hold"/>
                                        <p:tgtEl>
                                          <p:spTgt spid="176"/>
                                        </p:tgtEl>
                                        <p:attrNameLst>
                                          <p:attrName>ppt_x</p:attrName>
                                        </p:attrNameLst>
                                      </p:cBhvr>
                                      <p:tavLst>
                                        <p:tav tm="0">
                                          <p:val>
                                            <p:strVal val="#ppt_x"/>
                                          </p:val>
                                        </p:tav>
                                        <p:tav tm="100000">
                                          <p:val>
                                            <p:strVal val="#ppt_x"/>
                                          </p:val>
                                        </p:tav>
                                      </p:tavLst>
                                    </p:anim>
                                    <p:anim calcmode="lin" valueType="num">
                                      <p:cBhvr>
                                        <p:cTn id="16" dur="1000" fill="hold"/>
                                        <p:tgtEl>
                                          <p:spTgt spid="17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7"/>
                                        </p:tgtEl>
                                        <p:attrNameLst>
                                          <p:attrName>style.visibility</p:attrName>
                                        </p:attrNameLst>
                                      </p:cBhvr>
                                      <p:to>
                                        <p:strVal val="visible"/>
                                      </p:to>
                                    </p:set>
                                    <p:animEffect transition="in" filter="fade">
                                      <p:cBhvr>
                                        <p:cTn id="21" dur="1000"/>
                                        <p:tgtEl>
                                          <p:spTgt spid="177"/>
                                        </p:tgtEl>
                                      </p:cBhvr>
                                    </p:animEffect>
                                    <p:anim calcmode="lin" valueType="num">
                                      <p:cBhvr>
                                        <p:cTn id="22" dur="1000" fill="hold"/>
                                        <p:tgtEl>
                                          <p:spTgt spid="177"/>
                                        </p:tgtEl>
                                        <p:attrNameLst>
                                          <p:attrName>ppt_x</p:attrName>
                                        </p:attrNameLst>
                                      </p:cBhvr>
                                      <p:tavLst>
                                        <p:tav tm="0">
                                          <p:val>
                                            <p:strVal val="#ppt_x"/>
                                          </p:val>
                                        </p:tav>
                                        <p:tav tm="100000">
                                          <p:val>
                                            <p:strVal val="#ppt_x"/>
                                          </p:val>
                                        </p:tav>
                                      </p:tavLst>
                                    </p:anim>
                                    <p:anim calcmode="lin" valueType="num">
                                      <p:cBhvr>
                                        <p:cTn id="23" dur="1000" fill="hold"/>
                                        <p:tgtEl>
                                          <p:spTgt spid="177"/>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78">
                                            <p:txEl>
                                              <p:pRg st="0" end="0"/>
                                            </p:txEl>
                                          </p:spTgt>
                                        </p:tgtEl>
                                        <p:attrNameLst>
                                          <p:attrName>style.visibility</p:attrName>
                                        </p:attrNameLst>
                                      </p:cBhvr>
                                      <p:to>
                                        <p:strVal val="visible"/>
                                      </p:to>
                                    </p:set>
                                    <p:animEffect transition="in" filter="fade">
                                      <p:cBhvr>
                                        <p:cTn id="28" dur="1000"/>
                                        <p:tgtEl>
                                          <p:spTgt spid="178">
                                            <p:txEl>
                                              <p:pRg st="0" end="0"/>
                                            </p:txEl>
                                          </p:spTgt>
                                        </p:tgtEl>
                                      </p:cBhvr>
                                    </p:animEffect>
                                    <p:anim calcmode="lin" valueType="num">
                                      <p:cBhvr>
                                        <p:cTn id="29" dur="1000" fill="hold"/>
                                        <p:tgtEl>
                                          <p:spTgt spid="178">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7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p:bldP spid="176" grpId="0"/>
      <p:bldP spid="177" grpId="0"/>
    </p:bldLst>
  </p:timing>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85"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86" name="Text box"/>
          <p:cNvSpPr>
            <a:spLocks noGrp="1"/>
          </p:cNvSpPr>
          <p:nvPr>
            <p:ph type="title"/>
          </p:nvPr>
        </p:nvSpPr>
        <p:spPr>
          <a:xfrm rot="0">
            <a:off x="675957" y="370589"/>
            <a:ext cx="4735798"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000" b="1" i="0" u="none" strike="noStrike" kern="1200" cap="none" spc="0" baseline="0">
                <a:solidFill>
                  <a:schemeClr val="tx1"/>
                </a:solidFill>
                <a:latin typeface="Trebuchet MS" pitchFamily="0" charset="0"/>
                <a:ea typeface="方正姚体" pitchFamily="0" charset="0"/>
                <a:cs typeface="Lucida Sans" pitchFamily="0" charset="0"/>
              </a:rPr>
              <a:t>Future scope</a:t>
            </a:r>
            <a:endParaRPr lang="zh-CN" altLang="en-US" sz="40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87" name="Rectangle"/>
          <p:cNvSpPr>
            <a:spLocks/>
          </p:cNvSpPr>
          <p:nvPr/>
        </p:nvSpPr>
        <p:spPr>
          <a:xfrm rot="0">
            <a:off x="320982" y="1275370"/>
            <a:ext cx="3343560" cy="3244869"/>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Extend analysis to district/regional level for hyper-local recommendations</a:t>
            </a:r>
            <a:endParaRPr lang="en-US" altLang="zh-CN" sz="1600" b="0" i="0" u="none" strike="noStrike" kern="1200" cap="none" spc="0" baseline="0">
              <a:solidFill>
                <a:schemeClr val="tx1"/>
              </a:solidFill>
              <a:latin typeface="Trebuchet MS" pitchFamily="0" charset="0"/>
              <a:ea typeface="华文新魏" pitchFamily="0" charset="0"/>
              <a:cs typeface="Trebuchet MS" pitchFamily="0" charset="0"/>
            </a:endParaRPr>
          </a:p>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Build a predictive ML model to forecast yield/profit by season and crop</a:t>
            </a:r>
            <a:endParaRPr lang="en-US" altLang="zh-CN" sz="1600" b="0" i="0" u="none" strike="noStrike" kern="1200" cap="none" spc="0" baseline="0">
              <a:solidFill>
                <a:schemeClr val="tx1"/>
              </a:solidFill>
              <a:latin typeface="Trebuchet MS" pitchFamily="0" charset="0"/>
              <a:ea typeface="华文新魏" pitchFamily="0" charset="0"/>
              <a:cs typeface="Trebuchet MS" pitchFamily="0" charset="0"/>
            </a:endParaRPr>
          </a:p>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Integrate live weather/rainfall APIs for real-time seasonal advisory</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188" name="Rectangle"/>
          <p:cNvSpPr>
            <a:spLocks/>
          </p:cNvSpPr>
          <p:nvPr/>
        </p:nvSpPr>
        <p:spPr>
          <a:xfrm rot="0">
            <a:off x="4345694" y="1275370"/>
            <a:ext cx="3343560" cy="3244868"/>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Develop an interactive dashboard (Power BI/</a:t>
            </a: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Streamlit</a:t>
            </a: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 for farmers</a:t>
            </a:r>
            <a:endParaRPr lang="en-US" altLang="zh-CN" sz="1600" b="0" i="0" u="none" strike="noStrike" kern="1200" cap="none" spc="0" baseline="0">
              <a:solidFill>
                <a:schemeClr val="tx1"/>
              </a:solidFill>
              <a:latin typeface="Trebuchet MS" pitchFamily="0" charset="0"/>
              <a:ea typeface="华文新魏" pitchFamily="0" charset="0"/>
              <a:cs typeface="Trebuchet MS" pitchFamily="0" charset="0"/>
            </a:endParaRPr>
          </a:p>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Incorporate market price forecasting to guide crop-season selection</a:t>
            </a:r>
            <a:endParaRPr lang="en-US" altLang="zh-CN" sz="1600" b="0" i="0" u="none" strike="noStrike" kern="1200" cap="none" spc="0" baseline="0">
              <a:solidFill>
                <a:schemeClr val="tx1"/>
              </a:solidFill>
              <a:latin typeface="Trebuchet MS" pitchFamily="0" charset="0"/>
              <a:ea typeface="华文新魏" pitchFamily="0" charset="0"/>
              <a:cs typeface="Trebuchet MS" pitchFamily="0" charset="0"/>
            </a:endParaRPr>
          </a:p>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Expand dataset with more seasons/years for trend analysis over time</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1591826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6"/>
                                        </p:tgtEl>
                                        <p:attrNameLst>
                                          <p:attrName>style.visibility</p:attrName>
                                        </p:attrNameLst>
                                      </p:cBhvr>
                                      <p:to>
                                        <p:strVal val="visible"/>
                                      </p:to>
                                    </p:set>
                                    <p:anim calcmode="lin" valueType="num">
                                      <p:cBhvr>
                                        <p:cTn id="7" dur="500" fill="hold"/>
                                        <p:tgtEl>
                                          <p:spTgt spid="186"/>
                                        </p:tgtEl>
                                        <p:attrNameLst>
                                          <p:attrName>ppt_w</p:attrName>
                                        </p:attrNameLst>
                                      </p:cBhvr>
                                      <p:tavLst>
                                        <p:tav tm="0">
                                          <p:val>
                                            <p:fltVal val="0"/>
                                          </p:val>
                                        </p:tav>
                                        <p:tav tm="100000">
                                          <p:val>
                                            <p:strVal val="#ppt_w"/>
                                          </p:val>
                                        </p:tav>
                                      </p:tavLst>
                                    </p:anim>
                                    <p:anim calcmode="lin" valueType="num">
                                      <p:cBhvr>
                                        <p:cTn id="8" dur="500" fill="hold"/>
                                        <p:tgtEl>
                                          <p:spTgt spid="186"/>
                                        </p:tgtEl>
                                        <p:attrNameLst>
                                          <p:attrName>ppt_h</p:attrName>
                                        </p:attrNameLst>
                                      </p:cBhvr>
                                      <p:tavLst>
                                        <p:tav tm="0">
                                          <p:val>
                                            <p:fltVal val="0"/>
                                          </p:val>
                                        </p:tav>
                                        <p:tav tm="100000">
                                          <p:val>
                                            <p:strVal val="#ppt_h"/>
                                          </p:val>
                                        </p:tav>
                                      </p:tavLst>
                                    </p:anim>
                                    <p:animEffect transition="in" filter="fade">
                                      <p:cBhvr>
                                        <p:cTn id="9" dur="500"/>
                                        <p:tgtEl>
                                          <p:spTgt spid="1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7"/>
                                        </p:tgtEl>
                                        <p:attrNameLst>
                                          <p:attrName>style.visibility</p:attrName>
                                        </p:attrNameLst>
                                      </p:cBhvr>
                                      <p:to>
                                        <p:strVal val="visible"/>
                                      </p:to>
                                    </p:set>
                                    <p:animEffect transition="in" filter="fade">
                                      <p:cBhvr>
                                        <p:cTn id="14" dur="1000"/>
                                        <p:tgtEl>
                                          <p:spTgt spid="187"/>
                                        </p:tgtEl>
                                      </p:cBhvr>
                                    </p:animEffect>
                                    <p:anim calcmode="lin" valueType="num">
                                      <p:cBhvr>
                                        <p:cTn id="15" dur="1000" fill="hold"/>
                                        <p:tgtEl>
                                          <p:spTgt spid="187"/>
                                        </p:tgtEl>
                                        <p:attrNameLst>
                                          <p:attrName>ppt_x</p:attrName>
                                        </p:attrNameLst>
                                      </p:cBhvr>
                                      <p:tavLst>
                                        <p:tav tm="0">
                                          <p:val>
                                            <p:strVal val="#ppt_x"/>
                                          </p:val>
                                        </p:tav>
                                        <p:tav tm="100000">
                                          <p:val>
                                            <p:strVal val="#ppt_x"/>
                                          </p:val>
                                        </p:tav>
                                      </p:tavLst>
                                    </p:anim>
                                    <p:anim calcmode="lin" valueType="num">
                                      <p:cBhvr>
                                        <p:cTn id="16" dur="1000" fill="hold"/>
                                        <p:tgtEl>
                                          <p:spTgt spid="18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8"/>
                                        </p:tgtEl>
                                        <p:attrNameLst>
                                          <p:attrName>style.visibility</p:attrName>
                                        </p:attrNameLst>
                                      </p:cBhvr>
                                      <p:to>
                                        <p:strVal val="visible"/>
                                      </p:to>
                                    </p:set>
                                    <p:animEffect transition="in" filter="fade">
                                      <p:cBhvr>
                                        <p:cTn id="21" dur="1000"/>
                                        <p:tgtEl>
                                          <p:spTgt spid="188"/>
                                        </p:tgtEl>
                                      </p:cBhvr>
                                    </p:animEffect>
                                    <p:anim calcmode="lin" valueType="num">
                                      <p:cBhvr>
                                        <p:cTn id="22" dur="1000" fill="hold"/>
                                        <p:tgtEl>
                                          <p:spTgt spid="188"/>
                                        </p:tgtEl>
                                        <p:attrNameLst>
                                          <p:attrName>ppt_x</p:attrName>
                                        </p:attrNameLst>
                                      </p:cBhvr>
                                      <p:tavLst>
                                        <p:tav tm="0">
                                          <p:val>
                                            <p:strVal val="#ppt_x"/>
                                          </p:val>
                                        </p:tav>
                                        <p:tav tm="100000">
                                          <p:val>
                                            <p:strVal val="#ppt_x"/>
                                          </p:val>
                                        </p:tav>
                                      </p:tavLst>
                                    </p:anim>
                                    <p:anim calcmode="lin" valueType="num">
                                      <p:cBhvr>
                                        <p:cTn id="23" dur="1000" fill="hold"/>
                                        <p:tgtEl>
                                          <p:spTgt spid="1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P spid="187" grpId="0"/>
      <p:bldP spid="188" grpId="0"/>
    </p:bldLst>
  </p:timing>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93"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194" name="Text box"/>
          <p:cNvSpPr>
            <a:spLocks noGrp="1"/>
          </p:cNvSpPr>
          <p:nvPr>
            <p:ph type="title"/>
          </p:nvPr>
        </p:nvSpPr>
        <p:spPr>
          <a:xfrm rot="0">
            <a:off x="675957" y="370589"/>
            <a:ext cx="4735798" cy="830996"/>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000" b="1" i="0" u="none" strike="noStrike" kern="1200" cap="none" spc="0" baseline="0">
                <a:solidFill>
                  <a:schemeClr val="tx1"/>
                </a:solidFill>
                <a:latin typeface="Trebuchet MS" pitchFamily="0" charset="0"/>
                <a:ea typeface="方正姚体" pitchFamily="0" charset="0"/>
                <a:cs typeface="Lucida Sans" pitchFamily="0" charset="0"/>
              </a:rPr>
              <a:t>GitHub Link</a:t>
            </a:r>
            <a:endParaRPr lang="zh-CN" altLang="en-US" sz="40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195" name="Rectangle"/>
          <p:cNvSpPr>
            <a:spLocks/>
          </p:cNvSpPr>
          <p:nvPr/>
        </p:nvSpPr>
        <p:spPr>
          <a:xfrm rot="0">
            <a:off x="320982" y="1275371"/>
            <a:ext cx="3343560" cy="666078"/>
          </a:xfrm>
          <a:prstGeom prst="rect"/>
          <a:noFill/>
          <a:ln w="12700" cmpd="sng" cap="flat">
            <a:noFill/>
            <a:prstDash val="solid"/>
            <a:miter/>
          </a:ln>
        </p:spPr>
      </p:sp>
      <p:sp>
        <p:nvSpPr>
          <p:cNvPr id="196" name="Rectangle"/>
          <p:cNvSpPr>
            <a:spLocks/>
          </p:cNvSpPr>
          <p:nvPr/>
        </p:nvSpPr>
        <p:spPr>
          <a:xfrm rot="0">
            <a:off x="4345694" y="1275371"/>
            <a:ext cx="3343560" cy="666078"/>
          </a:xfrm>
          <a:prstGeom prst="rect"/>
          <a:noFill/>
          <a:ln w="12700" cmpd="sng" cap="flat">
            <a:noFill/>
            <a:prstDash val="solid"/>
            <a:miter/>
          </a:ln>
        </p:spPr>
      </p:sp>
      <p:sp>
        <p:nvSpPr>
          <p:cNvPr id="197" name="Rectangle"/>
          <p:cNvSpPr>
            <a:spLocks/>
          </p:cNvSpPr>
          <p:nvPr/>
        </p:nvSpPr>
        <p:spPr>
          <a:xfrm rot="0">
            <a:off x="729256" y="1440320"/>
            <a:ext cx="7232875"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rebuchet MS" pitchFamily="0" charset="0"/>
                <a:ea typeface="华文新魏" pitchFamily="0" charset="0"/>
                <a:cs typeface="Trebuchet MS" pitchFamily="0" charset="0"/>
              </a:rPr>
              <a:t>https://github.com/SoulKanishk/SeasonalAgriculturePerformanceAnalysis-</a:t>
            </a:r>
            <a:endParaRPr lang="zh-CN" altLang="en-US" sz="1800" b="0" i="0" u="none" strike="noStrike" kern="1200" cap="none" spc="0" baseline="0">
              <a:solidFill>
                <a:schemeClr val="tx1"/>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11170680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 calcmode="lin" valueType="num">
                                      <p:cBhvr>
                                        <p:cTn id="7" dur="500" fill="hold"/>
                                        <p:tgtEl>
                                          <p:spTgt spid="194"/>
                                        </p:tgtEl>
                                        <p:attrNameLst>
                                          <p:attrName>ppt_w</p:attrName>
                                        </p:attrNameLst>
                                      </p:cBhvr>
                                      <p:tavLst>
                                        <p:tav tm="0">
                                          <p:val>
                                            <p:fltVal val="0"/>
                                          </p:val>
                                        </p:tav>
                                        <p:tav tm="100000">
                                          <p:val>
                                            <p:strVal val="#ppt_w"/>
                                          </p:val>
                                        </p:tav>
                                      </p:tavLst>
                                    </p:anim>
                                    <p:anim calcmode="lin" valueType="num">
                                      <p:cBhvr>
                                        <p:cTn id="8" dur="500" fill="hold"/>
                                        <p:tgtEl>
                                          <p:spTgt spid="194"/>
                                        </p:tgtEl>
                                        <p:attrNameLst>
                                          <p:attrName>ppt_h</p:attrName>
                                        </p:attrNameLst>
                                      </p:cBhvr>
                                      <p:tavLst>
                                        <p:tav tm="0">
                                          <p:val>
                                            <p:fltVal val="0"/>
                                          </p:val>
                                        </p:tav>
                                        <p:tav tm="100000">
                                          <p:val>
                                            <p:strVal val="#ppt_h"/>
                                          </p:val>
                                        </p:tav>
                                      </p:tavLst>
                                    </p:anim>
                                    <p:animEffect transition="in" filter="fade">
                                      <p:cBhvr>
                                        <p:cTn id="9" dur="500"/>
                                        <p:tgtEl>
                                          <p:spTgt spid="19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5"/>
                                        </p:tgtEl>
                                        <p:attrNameLst>
                                          <p:attrName>style.visibility</p:attrName>
                                        </p:attrNameLst>
                                      </p:cBhvr>
                                      <p:to>
                                        <p:strVal val="visible"/>
                                      </p:to>
                                    </p:set>
                                    <p:animEffect transition="in" filter="fade">
                                      <p:cBhvr>
                                        <p:cTn id="14" dur="1000"/>
                                        <p:tgtEl>
                                          <p:spTgt spid="195"/>
                                        </p:tgtEl>
                                      </p:cBhvr>
                                    </p:animEffect>
                                    <p:anim calcmode="lin" valueType="num">
                                      <p:cBhvr>
                                        <p:cTn id="15" dur="1000" fill="hold"/>
                                        <p:tgtEl>
                                          <p:spTgt spid="195"/>
                                        </p:tgtEl>
                                        <p:attrNameLst>
                                          <p:attrName>ppt_x</p:attrName>
                                        </p:attrNameLst>
                                      </p:cBhvr>
                                      <p:tavLst>
                                        <p:tav tm="0">
                                          <p:val>
                                            <p:strVal val="#ppt_x"/>
                                          </p:val>
                                        </p:tav>
                                        <p:tav tm="100000">
                                          <p:val>
                                            <p:strVal val="#ppt_x"/>
                                          </p:val>
                                        </p:tav>
                                      </p:tavLst>
                                    </p:anim>
                                    <p:anim calcmode="lin" valueType="num">
                                      <p:cBhvr>
                                        <p:cTn id="16" dur="1000" fill="hold"/>
                                        <p:tgtEl>
                                          <p:spTgt spid="19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96"/>
                                        </p:tgtEl>
                                        <p:attrNameLst>
                                          <p:attrName>style.visibility</p:attrName>
                                        </p:attrNameLst>
                                      </p:cBhvr>
                                      <p:to>
                                        <p:strVal val="visible"/>
                                      </p:to>
                                    </p:set>
                                    <p:animEffect transition="in" filter="fade">
                                      <p:cBhvr>
                                        <p:cTn id="21" dur="1000"/>
                                        <p:tgtEl>
                                          <p:spTgt spid="196"/>
                                        </p:tgtEl>
                                      </p:cBhvr>
                                    </p:animEffect>
                                    <p:anim calcmode="lin" valueType="num">
                                      <p:cBhvr>
                                        <p:cTn id="22" dur="1000" fill="hold"/>
                                        <p:tgtEl>
                                          <p:spTgt spid="196"/>
                                        </p:tgtEl>
                                        <p:attrNameLst>
                                          <p:attrName>ppt_x</p:attrName>
                                        </p:attrNameLst>
                                      </p:cBhvr>
                                      <p:tavLst>
                                        <p:tav tm="0">
                                          <p:val>
                                            <p:strVal val="#ppt_x"/>
                                          </p:val>
                                        </p:tav>
                                        <p:tav tm="100000">
                                          <p:val>
                                            <p:strVal val="#ppt_x"/>
                                          </p:val>
                                        </p:tav>
                                      </p:tavLst>
                                    </p:anim>
                                    <p:anim calcmode="lin" valueType="num">
                                      <p:cBhvr>
                                        <p:cTn id="23" dur="1000" fill="hold"/>
                                        <p:tgtEl>
                                          <p:spTgt spid="1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195" grpId="0" animBg="1"/>
      <p:bldP spid="196" grpId="0" animBg="1"/>
    </p:bldLst>
  </p:timing>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02"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203" name="Text box"/>
          <p:cNvSpPr>
            <a:spLocks noGrp="1"/>
          </p:cNvSpPr>
          <p:nvPr>
            <p:ph type="title"/>
          </p:nvPr>
        </p:nvSpPr>
        <p:spPr>
          <a:xfrm rot="0">
            <a:off x="675957" y="370589"/>
            <a:ext cx="8351388" cy="88465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2900" b="1" i="0" u="none" strike="noStrike" kern="1200" cap="none" spc="0" baseline="0">
                <a:solidFill>
                  <a:schemeClr val="tx1"/>
                </a:solidFill>
                <a:latin typeface="Trebuchet MS" pitchFamily="0" charset="0"/>
                <a:ea typeface="方正姚体" pitchFamily="0" charset="0"/>
                <a:cs typeface="Lucida Sans" pitchFamily="0" charset="0"/>
              </a:rPr>
              <a:t>VOIS Course completion certificate - </a:t>
            </a:r>
            <a:br>
              <a:rPr lang="zh-CN" altLang="en-US" sz="2900" b="1" i="0" u="none" strike="noStrike" kern="1200" cap="none" spc="0" baseline="0">
                <a:solidFill>
                  <a:schemeClr val="tx1"/>
                </a:solidFill>
                <a:latin typeface="Trebuchet MS" pitchFamily="0" charset="0"/>
                <a:ea typeface="方正姚体" pitchFamily="0" charset="0"/>
                <a:cs typeface="Lucida Sans" pitchFamily="0" charset="0"/>
              </a:rPr>
            </a:br>
            <a:r>
              <a:rPr lang="en-US" altLang="zh-CN" sz="2900" b="1" i="0" u="none" strike="noStrike" kern="1200" cap="none" spc="0" baseline="0">
                <a:solidFill>
                  <a:schemeClr val="tx1"/>
                </a:solidFill>
                <a:latin typeface="Trebuchet MS" pitchFamily="0" charset="0"/>
                <a:ea typeface="方正姚体" pitchFamily="0" charset="0"/>
                <a:cs typeface="Lucida Sans" pitchFamily="0" charset="0"/>
              </a:rPr>
              <a:t>Course name- Data Visualization </a:t>
            </a:r>
            <a:endParaRPr lang="zh-CN" altLang="en-US" sz="29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204" name="Rectangle"/>
          <p:cNvSpPr>
            <a:spLocks/>
          </p:cNvSpPr>
          <p:nvPr/>
        </p:nvSpPr>
        <p:spPr>
          <a:xfrm rot="0">
            <a:off x="320982" y="1275371"/>
            <a:ext cx="3343560" cy="666078"/>
          </a:xfrm>
          <a:prstGeom prst="rect"/>
          <a:noFill/>
          <a:ln w="12700" cmpd="sng" cap="flat">
            <a:noFill/>
            <a:prstDash val="solid"/>
            <a:miter/>
          </a:ln>
        </p:spPr>
      </p:sp>
      <p:sp>
        <p:nvSpPr>
          <p:cNvPr id="205" name="Rectangle"/>
          <p:cNvSpPr>
            <a:spLocks/>
          </p:cNvSpPr>
          <p:nvPr/>
        </p:nvSpPr>
        <p:spPr>
          <a:xfrm rot="0">
            <a:off x="4345694" y="1275371"/>
            <a:ext cx="3343560" cy="666078"/>
          </a:xfrm>
          <a:prstGeom prst="rect"/>
          <a:noFill/>
          <a:ln w="12700" cmpd="sng" cap="flat">
            <a:noFill/>
            <a:prstDash val="solid"/>
            <a:miter/>
          </a:ln>
        </p:spPr>
      </p:sp>
      <p:pic>
        <p:nvPicPr>
          <p:cNvPr id="258" name="Image"/>
          <p:cNvPicPr>
            <a:picLocks noChangeAspect="1"/>
          </p:cNvPicPr>
          <p:nvPr/>
        </p:nvPicPr>
        <p:blipFill>
          <a:blip r:embed="rId2" cstate="print"/>
          <a:stretch>
            <a:fillRect/>
          </a:stretch>
        </p:blipFill>
        <p:spPr>
          <a:xfrm rot="0">
            <a:off x="380994" y="1255244"/>
            <a:ext cx="7929400" cy="5316906"/>
          </a:xfrm>
          <a:prstGeom prst="rect"/>
          <a:noFill/>
          <a:ln w="12700" cmpd="sng" cap="flat">
            <a:noFill/>
            <a:prstDash val="solid"/>
            <a:miter/>
          </a:ln>
        </p:spPr>
      </p:pic>
    </p:spTree>
    <p:extLst>
      <p:ext uri="{BB962C8B-B14F-4D97-AF65-F5344CB8AC3E}">
        <p14:creationId xmlns:p14="http://schemas.microsoft.com/office/powerpoint/2010/main" val="3573295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03"/>
                                        </p:tgtEl>
                                        <p:attrNameLst>
                                          <p:attrName>style.visibility</p:attrName>
                                        </p:attrNameLst>
                                      </p:cBhvr>
                                      <p:to>
                                        <p:strVal val="visible"/>
                                      </p:to>
                                    </p:set>
                                    <p:anim calcmode="lin" valueType="num">
                                      <p:cBhvr>
                                        <p:cTn id="7" dur="500" fill="hold"/>
                                        <p:tgtEl>
                                          <p:spTgt spid="203"/>
                                        </p:tgtEl>
                                        <p:attrNameLst>
                                          <p:attrName>ppt_w</p:attrName>
                                        </p:attrNameLst>
                                      </p:cBhvr>
                                      <p:tavLst>
                                        <p:tav tm="0">
                                          <p:val>
                                            <p:fltVal val="0"/>
                                          </p:val>
                                        </p:tav>
                                        <p:tav tm="100000">
                                          <p:val>
                                            <p:strVal val="#ppt_w"/>
                                          </p:val>
                                        </p:tav>
                                      </p:tavLst>
                                    </p:anim>
                                    <p:anim calcmode="lin" valueType="num">
                                      <p:cBhvr>
                                        <p:cTn id="8" dur="500" fill="hold"/>
                                        <p:tgtEl>
                                          <p:spTgt spid="203"/>
                                        </p:tgtEl>
                                        <p:attrNameLst>
                                          <p:attrName>ppt_h</p:attrName>
                                        </p:attrNameLst>
                                      </p:cBhvr>
                                      <p:tavLst>
                                        <p:tav tm="0">
                                          <p:val>
                                            <p:fltVal val="0"/>
                                          </p:val>
                                        </p:tav>
                                        <p:tav tm="100000">
                                          <p:val>
                                            <p:strVal val="#ppt_h"/>
                                          </p:val>
                                        </p:tav>
                                      </p:tavLst>
                                    </p:anim>
                                    <p:animEffect transition="in" filter="fade">
                                      <p:cBhvr>
                                        <p:cTn id="9" dur="500"/>
                                        <p:tgtEl>
                                          <p:spTgt spid="20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fade">
                                      <p:cBhvr>
                                        <p:cTn id="14" dur="1000"/>
                                        <p:tgtEl>
                                          <p:spTgt spid="204"/>
                                        </p:tgtEl>
                                      </p:cBhvr>
                                    </p:animEffect>
                                    <p:anim calcmode="lin" valueType="num">
                                      <p:cBhvr>
                                        <p:cTn id="15" dur="1000" fill="hold"/>
                                        <p:tgtEl>
                                          <p:spTgt spid="204"/>
                                        </p:tgtEl>
                                        <p:attrNameLst>
                                          <p:attrName>ppt_x</p:attrName>
                                        </p:attrNameLst>
                                      </p:cBhvr>
                                      <p:tavLst>
                                        <p:tav tm="0">
                                          <p:val>
                                            <p:strVal val="#ppt_x"/>
                                          </p:val>
                                        </p:tav>
                                        <p:tav tm="100000">
                                          <p:val>
                                            <p:strVal val="#ppt_x"/>
                                          </p:val>
                                        </p:tav>
                                      </p:tavLst>
                                    </p:anim>
                                    <p:anim calcmode="lin" valueType="num">
                                      <p:cBhvr>
                                        <p:cTn id="16" dur="1000" fill="hold"/>
                                        <p:tgtEl>
                                          <p:spTgt spid="204"/>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5"/>
                                        </p:tgtEl>
                                        <p:attrNameLst>
                                          <p:attrName>style.visibility</p:attrName>
                                        </p:attrNameLst>
                                      </p:cBhvr>
                                      <p:to>
                                        <p:strVal val="visible"/>
                                      </p:to>
                                    </p:set>
                                    <p:animEffect transition="in" filter="fade">
                                      <p:cBhvr>
                                        <p:cTn id="21" dur="1000"/>
                                        <p:tgtEl>
                                          <p:spTgt spid="205"/>
                                        </p:tgtEl>
                                      </p:cBhvr>
                                    </p:animEffect>
                                    <p:anim calcmode="lin" valueType="num">
                                      <p:cBhvr>
                                        <p:cTn id="22" dur="1000" fill="hold"/>
                                        <p:tgtEl>
                                          <p:spTgt spid="205"/>
                                        </p:tgtEl>
                                        <p:attrNameLst>
                                          <p:attrName>ppt_x</p:attrName>
                                        </p:attrNameLst>
                                      </p:cBhvr>
                                      <p:tavLst>
                                        <p:tav tm="0">
                                          <p:val>
                                            <p:strVal val="#ppt_x"/>
                                          </p:val>
                                        </p:tav>
                                        <p:tav tm="100000">
                                          <p:val>
                                            <p:strVal val="#ppt_x"/>
                                          </p:val>
                                        </p:tav>
                                      </p:tavLst>
                                    </p:anim>
                                    <p:anim calcmode="lin" valueType="num">
                                      <p:cBhvr>
                                        <p:cTn id="23" dur="1000" fill="hold"/>
                                        <p:tgtEl>
                                          <p:spTgt spid="2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P spid="204" grpId="0" animBg="1"/>
      <p:bldP spid="205" grpId="0" animBg="1"/>
    </p:bldLst>
  </p:timing>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3" name="Text box"/>
          <p:cNvSpPr>
            <a:spLocks noGrp="1"/>
          </p:cNvSpPr>
          <p:nvPr>
            <p:ph type="title"/>
          </p:nvPr>
        </p:nvSpPr>
        <p:spPr>
          <a:xfrm rot="0">
            <a:off x="431999" y="647699"/>
            <a:ext cx="11340001" cy="700114"/>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300" b="1" i="0" u="none" strike="noStrike" kern="1200" cap="none" spc="0" baseline="0">
                <a:solidFill>
                  <a:schemeClr val="tx1"/>
                </a:solidFill>
                <a:latin typeface="Trebuchet MS" pitchFamily="0" charset="0"/>
                <a:ea typeface="方正姚体" pitchFamily="0" charset="0"/>
                <a:cs typeface="Lucida Sans" pitchFamily="0" charset="0"/>
              </a:rPr>
              <a:t>Thank you</a:t>
            </a:r>
            <a:endParaRPr lang="zh-CN" altLang="en-US" sz="4300" b="1" i="0" u="none" strike="noStrike" kern="1200" cap="none" spc="0" baseline="0">
              <a:solidFill>
                <a:schemeClr val="tx1"/>
              </a:solidFill>
              <a:latin typeface="Trebuchet MS" pitchFamily="0" charset="0"/>
              <a:ea typeface="方正姚体" pitchFamily="0" charset="0"/>
              <a:cs typeface="Lucida Sans" pitchFamily="0" charset="0"/>
            </a:endParaRPr>
          </a:p>
        </p:txBody>
      </p:sp>
      <p:sp>
        <p:nvSpPr>
          <p:cNvPr id="244" name="Text box"/>
          <p:cNvSpPr>
            <a:spLocks noGrp="1"/>
          </p:cNvSpPr>
          <p:nvPr>
            <p:ph type="body" idx="13"/>
          </p:nvPr>
        </p:nvSpPr>
        <p:spPr>
          <a:xfrm rot="0">
            <a:off x="3727865" y="4641925"/>
            <a:ext cx="2139695" cy="1108635"/>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sp>
        <p:nvSpPr>
          <p:cNvPr id="245" name="Rectangle"/>
          <p:cNvSpPr>
            <a:spLocks/>
          </p:cNvSpPr>
          <p:nvPr/>
        </p:nvSpPr>
        <p:spPr>
          <a:xfrm rot="0">
            <a:off x="878337" y="4134780"/>
            <a:ext cx="2596574" cy="453917"/>
          </a:xfrm>
          <a:prstGeom prst="rect"/>
          <a:noFill/>
          <a:ln w="12700" cmpd="sng" cap="flat">
            <a:noFill/>
            <a:prstDash val="solid"/>
            <a:miter/>
          </a:ln>
        </p:spPr>
      </p:sp>
      <p:sp>
        <p:nvSpPr>
          <p:cNvPr id="246" name="Rectangle"/>
          <p:cNvSpPr>
            <a:spLocks/>
          </p:cNvSpPr>
          <p:nvPr/>
        </p:nvSpPr>
        <p:spPr>
          <a:xfrm rot="0">
            <a:off x="5353508" y="3962573"/>
            <a:ext cx="2596574" cy="453917"/>
          </a:xfrm>
          <a:prstGeom prst="rect"/>
          <a:noFill/>
          <a:ln w="12700" cmpd="sng" cap="flat">
            <a:noFill/>
            <a:prstDash val="solid"/>
            <a:miter/>
          </a:ln>
        </p:spPr>
      </p:sp>
      <p:sp>
        <p:nvSpPr>
          <p:cNvPr id="247" name="Rectangle"/>
          <p:cNvSpPr>
            <a:spLocks/>
          </p:cNvSpPr>
          <p:nvPr/>
        </p:nvSpPr>
        <p:spPr>
          <a:xfrm rot="0">
            <a:off x="7789163" y="3962572"/>
            <a:ext cx="2596574" cy="453917"/>
          </a:xfrm>
          <a:prstGeom prst="rect"/>
          <a:noFill/>
          <a:ln w="12700" cmpd="sng" cap="flat">
            <a:noFill/>
            <a:prstDash val="solid"/>
            <a:miter/>
          </a:ln>
        </p:spPr>
      </p:sp>
      <p:sp>
        <p:nvSpPr>
          <p:cNvPr id="248" name="Rectangle"/>
          <p:cNvSpPr>
            <a:spLocks/>
          </p:cNvSpPr>
          <p:nvPr/>
        </p:nvSpPr>
        <p:spPr>
          <a:xfrm rot="0">
            <a:off x="6096000" y="4641925"/>
            <a:ext cx="2139695" cy="1108635"/>
          </a:xfrm>
          <a:prstGeom prst="rect"/>
          <a:noFill/>
          <a:ln w="12700" cmpd="sng" cap="flat">
            <a:noFill/>
            <a:prstDash val="solid"/>
            <a:miter/>
          </a:ln>
        </p:spPr>
      </p:sp>
      <p:sp>
        <p:nvSpPr>
          <p:cNvPr id="249" name="Rectangle"/>
          <p:cNvSpPr>
            <a:spLocks/>
          </p:cNvSpPr>
          <p:nvPr/>
        </p:nvSpPr>
        <p:spPr>
          <a:xfrm rot="0">
            <a:off x="8591363" y="4641925"/>
            <a:ext cx="2139695" cy="1108635"/>
          </a:xfrm>
          <a:prstGeom prst="rect"/>
          <a:noFill/>
          <a:ln w="12700" cmpd="sng" cap="flat">
            <a:noFill/>
            <a:prstDash val="solid"/>
            <a:miter/>
          </a:ln>
        </p:spPr>
        <p:txBody>
          <a:bodyPr vert="horz" wrap="square" lIns="91440" tIns="45720" rIns="91440" bIns="45720" anchor="t" anchorCtr="0">
            <a:prstTxWarp prst="textNoShape"/>
          </a:bodyPr>
          <a:lstStyle/>
          <a:p>
            <a:pPr marL="0" indent="0" algn="ctr" defTabSz="457200" eaLnBrk="1" latinLnBrk="0" hangingPunct="1">
              <a:lnSpc>
                <a:spcPct val="100000"/>
              </a:lnSpc>
              <a:spcBef>
                <a:spcPts val="1000"/>
              </a:spcBef>
              <a:spcAft>
                <a:spcPts val="0"/>
              </a:spcAft>
              <a:buNone/>
            </a:pPr>
            <a:r>
              <a:rPr lang="en-US" altLang="zh-CN" sz="1600" b="0" i="0" u="none" strike="noStrike" kern="1200" cap="none" spc="0" baseline="0">
                <a:solidFill>
                  <a:schemeClr val="tx1"/>
                </a:solidFill>
                <a:latin typeface="Trebuchet MS" pitchFamily="0" charset="0"/>
                <a:ea typeface="华文新魏" pitchFamily="0" charset="0"/>
                <a:cs typeface="Trebuchet MS" pitchFamily="0" charset="0"/>
              </a:rPr>
              <a:t>.</a:t>
            </a:r>
            <a:endParaRPr lang="zh-CN" altLang="en-US" sz="1600" b="0" i="0" u="none" strike="noStrike" kern="1200" cap="none" spc="0" baseline="0">
              <a:solidFill>
                <a:schemeClr val="tx1"/>
              </a:solidFill>
              <a:latin typeface="Trebuchet MS" pitchFamily="0" charset="0"/>
              <a:ea typeface="华文新魏" pitchFamily="0" charset="0"/>
              <a:cs typeface="Trebuchet MS" pitchFamily="0" charset="0"/>
            </a:endParaRPr>
          </a:p>
        </p:txBody>
      </p:sp>
      <p:pic>
        <p:nvPicPr>
          <p:cNvPr id="250" name="Image"/>
          <p:cNvPicPr>
            <a:picLocks noChangeAspect="1"/>
          </p:cNvPicPr>
          <p:nvPr/>
        </p:nvPicPr>
        <p:blipFill>
          <a:blip r:embed="rId1" cstate="print"/>
          <a:srcRect t="96181"/>
          <a:stretch>
            <a:fillRect/>
          </a:stretch>
        </p:blipFill>
        <p:spPr>
          <a:xfrm rot="0">
            <a:off x="675957" y="6471920"/>
            <a:ext cx="2143125" cy="193038"/>
          </a:xfrm>
          <a:prstGeom prst="rect"/>
          <a:noFill/>
          <a:ln w="12700" cmpd="sng" cap="flat">
            <a:noFill/>
            <a:prstDash val="solid"/>
            <a:miter/>
          </a:ln>
        </p:spPr>
      </p:pic>
      <p:sp>
        <p:nvSpPr>
          <p:cNvPr id="251" name="Text box" descr="Double tap to add text here&#13;"/>
          <p:cNvSpPr>
            <a:spLocks noGrp="1"/>
          </p:cNvSpPr>
          <p:nvPr>
            <p:ph type="body" idx="12"/>
          </p:nvPr>
        </p:nvSpPr>
        <p:spPr>
          <a:xfrm rot="0">
            <a:off x="2975013" y="3962573"/>
            <a:ext cx="2139694" cy="34431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80000"/>
              </a:lnSpc>
              <a:spcBef>
                <a:spcPts val="1000"/>
              </a:spcBef>
              <a:spcAft>
                <a:spcPts val="0"/>
              </a:spcAft>
              <a:buNone/>
            </a:pPr>
            <a:endParaRPr lang="zh-CN" altLang="en-US" sz="1900" b="1" i="0" u="none" strike="noStrike" kern="1200" cap="none" spc="0" baseline="0">
              <a:solidFill>
                <a:schemeClr val="accent4"/>
              </a:solidFill>
              <a:latin typeface="Trebuchet MS" pitchFamily="0" charset="0"/>
              <a:ea typeface="华文新魏" pitchFamily="0" charset="0"/>
              <a:cs typeface="Trebuchet MS" pitchFamily="0" charset="0"/>
            </a:endParaRPr>
          </a:p>
        </p:txBody>
      </p:sp>
    </p:spTree>
    <p:extLst>
      <p:ext uri="{BB962C8B-B14F-4D97-AF65-F5344CB8AC3E}">
        <p14:creationId xmlns:p14="http://schemas.microsoft.com/office/powerpoint/2010/main" val="915139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43"/>
                                        </p:tgtEl>
                                        <p:attrNameLst>
                                          <p:attrName>style.visibility</p:attrName>
                                        </p:attrNameLst>
                                      </p:cBhvr>
                                      <p:to>
                                        <p:strVal val="visible"/>
                                      </p:to>
                                    </p:set>
                                    <p:anim calcmode="lin" valueType="num">
                                      <p:cBhvr>
                                        <p:cTn id="7" dur="500" fill="hold"/>
                                        <p:tgtEl>
                                          <p:spTgt spid="243"/>
                                        </p:tgtEl>
                                        <p:attrNameLst>
                                          <p:attrName>ppt_w</p:attrName>
                                        </p:attrNameLst>
                                      </p:cBhvr>
                                      <p:tavLst>
                                        <p:tav tm="0">
                                          <p:val>
                                            <p:fltVal val="0"/>
                                          </p:val>
                                        </p:tav>
                                        <p:tav tm="100000">
                                          <p:val>
                                            <p:strVal val="#ppt_w"/>
                                          </p:val>
                                        </p:tav>
                                      </p:tavLst>
                                    </p:anim>
                                    <p:anim calcmode="lin" valueType="num">
                                      <p:cBhvr>
                                        <p:cTn id="8" dur="500" fill="hold"/>
                                        <p:tgtEl>
                                          <p:spTgt spid="243"/>
                                        </p:tgtEl>
                                        <p:attrNameLst>
                                          <p:attrName>ppt_h</p:attrName>
                                        </p:attrNameLst>
                                      </p:cBhvr>
                                      <p:tavLst>
                                        <p:tav tm="0">
                                          <p:val>
                                            <p:fltVal val="0"/>
                                          </p:val>
                                        </p:tav>
                                        <p:tav tm="100000">
                                          <p:val>
                                            <p:strVal val="#ppt_h"/>
                                          </p:val>
                                        </p:tav>
                                      </p:tavLst>
                                    </p:anim>
                                    <p:animEffect transition="in" filter="fade">
                                      <p:cBhvr>
                                        <p:cTn id="9" dur="500"/>
                                        <p:tgtEl>
                                          <p:spTgt spid="24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45"/>
                                        </p:tgtEl>
                                        <p:attrNameLst>
                                          <p:attrName>style.visibility</p:attrName>
                                        </p:attrNameLst>
                                      </p:cBhvr>
                                      <p:to>
                                        <p:strVal val="visible"/>
                                      </p:to>
                                    </p:set>
                                    <p:anim calcmode="lin" valueType="num">
                                      <p:cBhvr additive="base">
                                        <p:cTn id="14" dur="500"/>
                                        <p:tgtEl>
                                          <p:spTgt spid="245"/>
                                        </p:tgtEl>
                                        <p:attrNameLst>
                                          <p:attrName>ppt_y</p:attrName>
                                        </p:attrNameLst>
                                      </p:cBhvr>
                                      <p:tavLst>
                                        <p:tav tm="0">
                                          <p:val>
                                            <p:strVal val="#ppt_y+#ppt_h*1.125000"/>
                                          </p:val>
                                        </p:tav>
                                        <p:tav tm="100000">
                                          <p:val>
                                            <p:strVal val="#ppt_y"/>
                                          </p:val>
                                        </p:tav>
                                      </p:tavLst>
                                    </p:anim>
                                    <p:animEffect transition="in" filter="wipe(up)">
                                      <p:cBhvr>
                                        <p:cTn id="15" dur="500"/>
                                        <p:tgtEl>
                                          <p:spTgt spid="245"/>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244">
                                            <p:txEl>
                                              <p:pRg st="0" end="0"/>
                                            </p:txEl>
                                          </p:spTgt>
                                        </p:tgtEl>
                                        <p:attrNameLst>
                                          <p:attrName>style.visibility</p:attrName>
                                        </p:attrNameLst>
                                      </p:cBhvr>
                                      <p:to>
                                        <p:strVal val="visible"/>
                                      </p:to>
                                    </p:set>
                                    <p:anim calcmode="lin" valueType="num">
                                      <p:cBhvr additive="base">
                                        <p:cTn id="20" dur="500"/>
                                        <p:tgtEl>
                                          <p:spTgt spid="244">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24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46"/>
                                        </p:tgtEl>
                                        <p:attrNameLst>
                                          <p:attrName>style.visibility</p:attrName>
                                        </p:attrNameLst>
                                      </p:cBhvr>
                                      <p:to>
                                        <p:strVal val="visible"/>
                                      </p:to>
                                    </p:set>
                                    <p:anim calcmode="lin" valueType="num">
                                      <p:cBhvr additive="base">
                                        <p:cTn id="26" dur="500"/>
                                        <p:tgtEl>
                                          <p:spTgt spid="246"/>
                                        </p:tgtEl>
                                        <p:attrNameLst>
                                          <p:attrName>ppt_y</p:attrName>
                                        </p:attrNameLst>
                                      </p:cBhvr>
                                      <p:tavLst>
                                        <p:tav tm="0">
                                          <p:val>
                                            <p:strVal val="#ppt_y+#ppt_h*1.125000"/>
                                          </p:val>
                                        </p:tav>
                                        <p:tav tm="100000">
                                          <p:val>
                                            <p:strVal val="#ppt_y"/>
                                          </p:val>
                                        </p:tav>
                                      </p:tavLst>
                                    </p:anim>
                                    <p:animEffect transition="in" filter="wipe(up)">
                                      <p:cBhvr>
                                        <p:cTn id="27" dur="500"/>
                                        <p:tgtEl>
                                          <p:spTgt spid="24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48"/>
                                        </p:tgtEl>
                                        <p:attrNameLst>
                                          <p:attrName>style.visibility</p:attrName>
                                        </p:attrNameLst>
                                      </p:cBhvr>
                                      <p:to>
                                        <p:strVal val="visible"/>
                                      </p:to>
                                    </p:set>
                                    <p:anim calcmode="lin" valueType="num">
                                      <p:cBhvr additive="base">
                                        <p:cTn id="32" dur="500"/>
                                        <p:tgtEl>
                                          <p:spTgt spid="248"/>
                                        </p:tgtEl>
                                        <p:attrNameLst>
                                          <p:attrName>ppt_y</p:attrName>
                                        </p:attrNameLst>
                                      </p:cBhvr>
                                      <p:tavLst>
                                        <p:tav tm="0">
                                          <p:val>
                                            <p:strVal val="#ppt_y+#ppt_h*1.125000"/>
                                          </p:val>
                                        </p:tav>
                                        <p:tav tm="100000">
                                          <p:val>
                                            <p:strVal val="#ppt_y"/>
                                          </p:val>
                                        </p:tav>
                                      </p:tavLst>
                                    </p:anim>
                                    <p:animEffect transition="in" filter="wipe(up)">
                                      <p:cBhvr>
                                        <p:cTn id="33" dur="500"/>
                                        <p:tgtEl>
                                          <p:spTgt spid="248"/>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247"/>
                                        </p:tgtEl>
                                        <p:attrNameLst>
                                          <p:attrName>style.visibility</p:attrName>
                                        </p:attrNameLst>
                                      </p:cBhvr>
                                      <p:to>
                                        <p:strVal val="visible"/>
                                      </p:to>
                                    </p:set>
                                    <p:anim calcmode="lin" valueType="num">
                                      <p:cBhvr additive="base">
                                        <p:cTn id="38" dur="500"/>
                                        <p:tgtEl>
                                          <p:spTgt spid="247"/>
                                        </p:tgtEl>
                                        <p:attrNameLst>
                                          <p:attrName>ppt_y</p:attrName>
                                        </p:attrNameLst>
                                      </p:cBhvr>
                                      <p:tavLst>
                                        <p:tav tm="0">
                                          <p:val>
                                            <p:strVal val="#ppt_y+#ppt_h*1.125000"/>
                                          </p:val>
                                        </p:tav>
                                        <p:tav tm="100000">
                                          <p:val>
                                            <p:strVal val="#ppt_y"/>
                                          </p:val>
                                        </p:tav>
                                      </p:tavLst>
                                    </p:anim>
                                    <p:animEffect transition="in" filter="wipe(up)">
                                      <p:cBhvr>
                                        <p:cTn id="39" dur="500"/>
                                        <p:tgtEl>
                                          <p:spTgt spid="247"/>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249"/>
                                        </p:tgtEl>
                                        <p:attrNameLst>
                                          <p:attrName>style.visibility</p:attrName>
                                        </p:attrNameLst>
                                      </p:cBhvr>
                                      <p:to>
                                        <p:strVal val="visible"/>
                                      </p:to>
                                    </p:set>
                                    <p:anim calcmode="lin" valueType="num">
                                      <p:cBhvr additive="base">
                                        <p:cTn id="44" dur="500"/>
                                        <p:tgtEl>
                                          <p:spTgt spid="249"/>
                                        </p:tgtEl>
                                        <p:attrNameLst>
                                          <p:attrName>ppt_y</p:attrName>
                                        </p:attrNameLst>
                                      </p:cBhvr>
                                      <p:tavLst>
                                        <p:tav tm="0">
                                          <p:val>
                                            <p:strVal val="#ppt_y+#ppt_h*1.125000"/>
                                          </p:val>
                                        </p:tav>
                                        <p:tav tm="100000">
                                          <p:val>
                                            <p:strVal val="#ppt_y"/>
                                          </p:val>
                                        </p:tav>
                                      </p:tavLst>
                                    </p:anim>
                                    <p:animEffect transition="in" filter="wipe(up)">
                                      <p:cBhvr>
                                        <p:cTn id="45" dur="5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P spid="245" grpId="0" animBg="1"/>
      <p:bldP spid="246" grpId="0" animBg="1"/>
      <p:bldP spid="248" grpId="0" animBg="1"/>
      <p:bldP spid="247" grpId="0" animBg="1"/>
      <p:bldP spid="249" grpId="0"/>
    </p:bld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
        <a:ea typeface=""/>
        <a:cs typeface=""/>
      </a:majorFont>
      <a:minorFont>
        <a:latin typeface=""/>
        <a:ea typeface=""/>
        <a:cs typeface=""/>
      </a:minorFont>
    </a:fontScheme>
    <a:fmtScheme name="Facet">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handoutMaster1">
  <a:themeElements>
    <a:clrScheme name="handout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1381</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MASKED HUNTERS</dc:title>
  <dc:creator>Venkataswamy</dc:creator>
  <cp:lastModifiedBy>Mobile phone user</cp:lastModifiedBy>
  <cp:revision>99</cp:revision>
  <dcterms:created xsi:type="dcterms:W3CDTF">2021-07-11T13:13:15Z</dcterms:created>
  <dcterms:modified xsi:type="dcterms:W3CDTF">2026-09-08T01:59:59Z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ontentTypeId">
    <vt:lpwstr>0x01010079F111ED35F8CC479449609E8A0923A6</vt:lpwstr>
  </property>
</Properties>
</file>